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1" r:id="rId2"/>
    <p:sldId id="277" r:id="rId3"/>
    <p:sldId id="257" r:id="rId4"/>
    <p:sldId id="258" r:id="rId5"/>
    <p:sldId id="259" r:id="rId6"/>
    <p:sldId id="270" r:id="rId7"/>
    <p:sldId id="272" r:id="rId8"/>
    <p:sldId id="273" r:id="rId9"/>
    <p:sldId id="274" r:id="rId10"/>
    <p:sldId id="275" r:id="rId11"/>
    <p:sldId id="267" r:id="rId12"/>
    <p:sldId id="276" r:id="rId13"/>
    <p:sldId id="262" r:id="rId14"/>
    <p:sldId id="269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36"/>
    <p:restoredTop sz="94709"/>
  </p:normalViewPr>
  <p:slideViewPr>
    <p:cSldViewPr snapToGrid="0" snapToObjects="1">
      <p:cViewPr varScale="1">
        <p:scale>
          <a:sx n="128" d="100"/>
          <a:sy n="128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E4D43-DC37-1D4C-8504-16A4B5B1BF3C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C700C-9590-5E47-B5E7-D193E08E8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2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61362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20922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3423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0689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28224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95910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96286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65284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07225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25513"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B9588C-7EB1-D344-9459-D7054826E2F5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On the breadboard is a small 8-pin chip, the LM386, which is a special audio amplifier designed to drive speakers such as the one you have.  Connect this according to the circuit shown.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The LM386 is NOT an op-amp.  It is an amplifier where the resistors to fix the gain is already inside the chip.  Again you can download the datasheet of the LM386 from the course webpage.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This audio amplifier is designed to work with a single power supply.  It does not need an external 2.5V voltage reference because it provides that for itself internally on the chip.  Its input range is ±0.4V, and the default voltage gain is +20dB  (x 10).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latin typeface="Verdana"/>
                <a:cs typeface="Verdana"/>
              </a:rPr>
              <a:t>Construct this circuit and apply the 440Hz tone to the input. You will find that it is now NOT distorted at the output and the speaker provides a pure done to your ears.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69644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9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5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1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13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0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3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7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9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7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4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C02F9-B4B7-2F48-AB3B-5AFEAE975534}" type="datetimeFigureOut">
              <a:rPr lang="en-US" smtClean="0"/>
              <a:t>10/17/23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CF8EB-5364-1246-BE71-BA37D014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3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tiff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tiff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tiff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531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843697" y="841081"/>
            <a:ext cx="4492898" cy="4782838"/>
            <a:chOff x="4339596" y="182417"/>
            <a:chExt cx="4492898" cy="478283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0910" y="698142"/>
              <a:ext cx="2512855" cy="426711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502903" y="2863168"/>
              <a:ext cx="647345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Pin 1</a:t>
              </a:r>
            </a:p>
          </p:txBody>
        </p:sp>
        <p:cxnSp>
          <p:nvCxnSpPr>
            <p:cNvPr id="10" name="Straight Arrow Connector 9"/>
            <p:cNvCxnSpPr>
              <a:stCxn id="7" idx="3"/>
            </p:cNvCxnSpPr>
            <p:nvPr/>
          </p:nvCxnSpPr>
          <p:spPr>
            <a:xfrm flipV="1">
              <a:off x="5150248" y="2958726"/>
              <a:ext cx="771128" cy="89108"/>
            </a:xfrm>
            <a:prstGeom prst="straightConnector1">
              <a:avLst/>
            </a:prstGeom>
            <a:ln w="38100" cmpd="sng">
              <a:solidFill>
                <a:srgbClr val="FFFF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4960905" y="4645481"/>
              <a:ext cx="292791" cy="0"/>
            </a:xfrm>
            <a:prstGeom prst="straightConnector1">
              <a:avLst/>
            </a:prstGeom>
            <a:ln w="38100" cmpd="sng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339596" y="4455719"/>
              <a:ext cx="621309" cy="369332"/>
            </a:xfrm>
            <a:prstGeom prst="rect">
              <a:avLst/>
            </a:prstGeom>
            <a:solidFill>
              <a:srgbClr val="0000FF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GND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12883" y="755041"/>
              <a:ext cx="432630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62" name="Straight Arrow Connector 61"/>
            <p:cNvCxnSpPr>
              <a:stCxn id="56" idx="3"/>
            </p:cNvCxnSpPr>
            <p:nvPr/>
          </p:nvCxnSpPr>
          <p:spPr>
            <a:xfrm>
              <a:off x="4845513" y="939707"/>
              <a:ext cx="445397" cy="75505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921376" y="2832767"/>
              <a:ext cx="63047" cy="54044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748992" y="2615003"/>
              <a:ext cx="204665" cy="1569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8442" y="2587269"/>
              <a:ext cx="207749" cy="18466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4522185" y="2329598"/>
              <a:ext cx="72387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notch</a:t>
              </a:r>
            </a:p>
          </p:txBody>
        </p:sp>
        <p:cxnSp>
          <p:nvCxnSpPr>
            <p:cNvPr id="34" name="Straight Arrow Connector 33"/>
            <p:cNvCxnSpPr>
              <a:endCxn id="16" idx="3"/>
            </p:cNvCxnSpPr>
            <p:nvPr/>
          </p:nvCxnSpPr>
          <p:spPr>
            <a:xfrm>
              <a:off x="5209881" y="2556291"/>
              <a:ext cx="646310" cy="123311"/>
            </a:xfrm>
            <a:prstGeom prst="straightConnector1">
              <a:avLst/>
            </a:prstGeom>
            <a:ln w="38100" cmpd="sng">
              <a:solidFill>
                <a:schemeClr val="bg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7212426" y="182417"/>
              <a:ext cx="887758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0.1uF </a:t>
              </a:r>
            </a:p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Decoupling</a:t>
              </a:r>
            </a:p>
            <a:p>
              <a:pPr algn="ctr"/>
              <a:r>
                <a:rPr lang="en-US" sz="1200" dirty="0">
                  <a:solidFill>
                    <a:srgbClr val="FFFFFF"/>
                  </a:solidFill>
                </a:rPr>
                <a:t>capacitor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7719184" y="965932"/>
              <a:ext cx="771769" cy="675299"/>
              <a:chOff x="4962769" y="797207"/>
              <a:chExt cx="771769" cy="675299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5343769" y="983743"/>
                <a:ext cx="39076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5343769" y="1095816"/>
                <a:ext cx="39076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V="1">
                <a:off x="5539153" y="810846"/>
                <a:ext cx="0" cy="166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5539153" y="1086047"/>
                <a:ext cx="5861" cy="38645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4962769" y="797207"/>
                <a:ext cx="582245" cy="1363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/>
            <p:cNvCxnSpPr/>
            <p:nvPr/>
          </p:nvCxnSpPr>
          <p:spPr>
            <a:xfrm>
              <a:off x="7719184" y="1205140"/>
              <a:ext cx="203662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8301429" y="828748"/>
              <a:ext cx="5310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0.1uF</a:t>
              </a:r>
            </a:p>
          </p:txBody>
        </p:sp>
        <p:cxnSp>
          <p:nvCxnSpPr>
            <p:cNvPr id="58" name="Straight Connector 57"/>
            <p:cNvCxnSpPr/>
            <p:nvPr/>
          </p:nvCxnSpPr>
          <p:spPr>
            <a:xfrm flipH="1" flipV="1">
              <a:off x="6566146" y="3232500"/>
              <a:ext cx="11576" cy="1407886"/>
            </a:xfrm>
            <a:prstGeom prst="line">
              <a:avLst/>
            </a:prstGeom>
            <a:ln w="57150" cmpd="sng"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5290910" y="4640385"/>
              <a:ext cx="2428274" cy="0"/>
            </a:xfrm>
            <a:prstGeom prst="line">
              <a:avLst/>
            </a:prstGeom>
            <a:ln w="57150" cmpd="sng"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5953657" y="1054082"/>
              <a:ext cx="30766" cy="1388226"/>
            </a:xfrm>
            <a:prstGeom prst="line">
              <a:avLst/>
            </a:pr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>
              <a:off x="5290911" y="1054082"/>
              <a:ext cx="693512" cy="0"/>
            </a:xfrm>
            <a:prstGeom prst="line">
              <a:avLst/>
            </a:prstGeom>
            <a:ln w="5715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7922846" y="1205140"/>
              <a:ext cx="8845" cy="23109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7931691" y="1436231"/>
              <a:ext cx="363877" cy="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/>
            <p:cNvGrpSpPr/>
            <p:nvPr/>
          </p:nvGrpSpPr>
          <p:grpSpPr>
            <a:xfrm>
              <a:off x="8119490" y="1641231"/>
              <a:ext cx="363877" cy="136466"/>
              <a:chOff x="8119490" y="1641231"/>
              <a:chExt cx="363877" cy="136466"/>
            </a:xfrm>
          </p:grpSpPr>
          <p:cxnSp>
            <p:nvCxnSpPr>
              <p:cNvPr id="115" name="Straight Connector 114"/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Oval 120"/>
            <p:cNvSpPr/>
            <p:nvPr/>
          </p:nvSpPr>
          <p:spPr>
            <a:xfrm>
              <a:off x="8255939" y="1399494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2797477" y="1449247"/>
            <a:ext cx="2449956" cy="3531416"/>
            <a:chOff x="894141" y="1079875"/>
            <a:chExt cx="2449956" cy="3531416"/>
          </a:xfrm>
        </p:grpSpPr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464843" y="2044481"/>
              <a:ext cx="3333421" cy="1800200"/>
            </a:xfrm>
            <a:prstGeom prst="rect">
              <a:avLst/>
            </a:prstGeom>
          </p:spPr>
        </p:pic>
        <p:cxnSp>
          <p:nvCxnSpPr>
            <p:cNvPr id="122" name="Straight Connector 121"/>
            <p:cNvCxnSpPr/>
            <p:nvPr/>
          </p:nvCxnSpPr>
          <p:spPr>
            <a:xfrm>
              <a:off x="1110456" y="1436232"/>
              <a:ext cx="0" cy="80364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1110456" y="2213178"/>
              <a:ext cx="312735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894141" y="1079875"/>
              <a:ext cx="432630" cy="369332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>
              <a:off x="3189637" y="3652070"/>
              <a:ext cx="0" cy="803649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>
              <a:off x="2871320" y="3663019"/>
              <a:ext cx="31273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1" name="Group 130"/>
            <p:cNvGrpSpPr/>
            <p:nvPr/>
          </p:nvGrpSpPr>
          <p:grpSpPr>
            <a:xfrm>
              <a:off x="2980220" y="4467883"/>
              <a:ext cx="363877" cy="136466"/>
              <a:chOff x="8119490" y="1641231"/>
              <a:chExt cx="363877" cy="136466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AAF19AA-6916-1F41-91AF-61A981D2A386}"/>
              </a:ext>
            </a:extLst>
          </p:cNvPr>
          <p:cNvSpPr txBox="1"/>
          <p:nvPr/>
        </p:nvSpPr>
        <p:spPr>
          <a:xfrm>
            <a:off x="1665136" y="3100972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cs typeface="Verdana"/>
              </a:rPr>
              <a:t>MCP6002</a:t>
            </a:r>
            <a:endParaRPr lang="en-US" sz="2800" dirty="0"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7264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68" name="Group 167"/>
          <p:cNvGrpSpPr/>
          <p:nvPr/>
        </p:nvGrpSpPr>
        <p:grpSpPr>
          <a:xfrm rot="16200000">
            <a:off x="4067955" y="3449342"/>
            <a:ext cx="663743" cy="206732"/>
            <a:chOff x="5740858" y="1494076"/>
            <a:chExt cx="663743" cy="206732"/>
          </a:xfrm>
        </p:grpSpPr>
        <p:cxnSp>
          <p:nvCxnSpPr>
            <p:cNvPr id="269" name="Straight Connector 268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0" name="Straight Connector 269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1" name="Straight Connector 270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2" name="Straight Connector 271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69" name="Group 168"/>
          <p:cNvGrpSpPr/>
          <p:nvPr/>
        </p:nvGrpSpPr>
        <p:grpSpPr>
          <a:xfrm>
            <a:off x="1429104" y="334129"/>
            <a:ext cx="5378344" cy="3631395"/>
            <a:chOff x="4142338" y="733708"/>
            <a:chExt cx="5378344" cy="3631395"/>
          </a:xfrm>
        </p:grpSpPr>
        <p:cxnSp>
          <p:nvCxnSpPr>
            <p:cNvPr id="177" name="Straight Connector 176"/>
            <p:cNvCxnSpPr/>
            <p:nvPr/>
          </p:nvCxnSpPr>
          <p:spPr bwMode="auto">
            <a:xfrm flipH="1">
              <a:off x="4951412" y="3429000"/>
              <a:ext cx="151216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78" name="TextBox 177"/>
            <p:cNvSpPr txBox="1"/>
            <p:nvPr/>
          </p:nvSpPr>
          <p:spPr>
            <a:xfrm>
              <a:off x="7144418" y="134076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179" name="Group 178"/>
            <p:cNvGrpSpPr/>
            <p:nvPr/>
          </p:nvGrpSpPr>
          <p:grpSpPr>
            <a:xfrm>
              <a:off x="7432450" y="1268760"/>
              <a:ext cx="1152128" cy="1368152"/>
              <a:chOff x="2503140" y="2852936"/>
              <a:chExt cx="1440160" cy="1368152"/>
            </a:xfrm>
          </p:grpSpPr>
          <p:cxnSp>
            <p:nvCxnSpPr>
              <p:cNvPr id="266" name="Straight Connector 265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7" name="Straight Connector 266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8" name="Straight Connector 267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80" name="TextBox 179"/>
            <p:cNvSpPr txBox="1"/>
            <p:nvPr/>
          </p:nvSpPr>
          <p:spPr>
            <a:xfrm>
              <a:off x="7673166" y="733708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cxnSp>
          <p:nvCxnSpPr>
            <p:cNvPr id="181" name="Straight Connector 180"/>
            <p:cNvCxnSpPr/>
            <p:nvPr/>
          </p:nvCxnSpPr>
          <p:spPr bwMode="auto">
            <a:xfrm>
              <a:off x="8008514" y="908720"/>
              <a:ext cx="2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82" name="Group 181"/>
            <p:cNvGrpSpPr/>
            <p:nvPr/>
          </p:nvGrpSpPr>
          <p:grpSpPr>
            <a:xfrm>
              <a:off x="8080522" y="2204864"/>
              <a:ext cx="279648" cy="288032"/>
              <a:chOff x="3079204" y="2996952"/>
              <a:chExt cx="279648" cy="288032"/>
            </a:xfrm>
          </p:grpSpPr>
          <p:cxnSp>
            <p:nvCxnSpPr>
              <p:cNvPr id="261" name="Straight Connector 260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62" name="Group 261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63" name="Straight Connector 262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64" name="Straight Connector 263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65" name="Straight Connector 264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83" name="TextBox 182"/>
            <p:cNvSpPr txBox="1"/>
            <p:nvPr/>
          </p:nvSpPr>
          <p:spPr>
            <a:xfrm>
              <a:off x="7418920" y="1412776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cxnSp>
          <p:nvCxnSpPr>
            <p:cNvPr id="184" name="Straight Connector 183"/>
            <p:cNvCxnSpPr/>
            <p:nvPr/>
          </p:nvCxnSpPr>
          <p:spPr bwMode="auto">
            <a:xfrm flipH="1">
              <a:off x="7504458" y="2276872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5" name="Straight Connector 184"/>
            <p:cNvCxnSpPr/>
            <p:nvPr/>
          </p:nvCxnSpPr>
          <p:spPr bwMode="auto">
            <a:xfrm flipH="1" flipV="1">
              <a:off x="6246342" y="1592796"/>
              <a:ext cx="1172578" cy="464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6" name="Straight Connector 185"/>
            <p:cNvCxnSpPr/>
            <p:nvPr/>
          </p:nvCxnSpPr>
          <p:spPr bwMode="auto">
            <a:xfrm flipH="1">
              <a:off x="7072410" y="227687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87" name="Rectangle 186"/>
            <p:cNvSpPr/>
            <p:nvPr/>
          </p:nvSpPr>
          <p:spPr bwMode="auto">
            <a:xfrm>
              <a:off x="7864498" y="2780928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</a:p>
          </p:txBody>
        </p:sp>
        <p:cxnSp>
          <p:nvCxnSpPr>
            <p:cNvPr id="188" name="Straight Connector 187"/>
            <p:cNvCxnSpPr/>
            <p:nvPr/>
          </p:nvCxnSpPr>
          <p:spPr bwMode="auto">
            <a:xfrm flipH="1">
              <a:off x="8368554" y="2924944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9" name="Straight Connector 188"/>
            <p:cNvCxnSpPr/>
            <p:nvPr/>
          </p:nvCxnSpPr>
          <p:spPr bwMode="auto">
            <a:xfrm flipH="1">
              <a:off x="8584578" y="1988840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90" name="Straight Connector 189"/>
            <p:cNvCxnSpPr/>
            <p:nvPr/>
          </p:nvCxnSpPr>
          <p:spPr bwMode="auto">
            <a:xfrm flipV="1">
              <a:off x="8728594" y="1988840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91" name="Straight Connector 190"/>
            <p:cNvCxnSpPr/>
            <p:nvPr/>
          </p:nvCxnSpPr>
          <p:spPr bwMode="auto">
            <a:xfrm flipV="1">
              <a:off x="7072410" y="2276872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92" name="Straight Connector 191"/>
            <p:cNvCxnSpPr/>
            <p:nvPr/>
          </p:nvCxnSpPr>
          <p:spPr bwMode="auto">
            <a:xfrm flipH="1">
              <a:off x="7072410" y="2924944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93" name="Straight Connector 192"/>
            <p:cNvCxnSpPr/>
            <p:nvPr/>
          </p:nvCxnSpPr>
          <p:spPr bwMode="auto">
            <a:xfrm flipH="1">
              <a:off x="6031532" y="1592796"/>
              <a:ext cx="50405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94" name="Oval 193"/>
            <p:cNvSpPr/>
            <p:nvPr/>
          </p:nvSpPr>
          <p:spPr bwMode="auto">
            <a:xfrm>
              <a:off x="5383460" y="2060848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5" name="Picture 194"/>
            <p:cNvPicPr>
              <a:picLocks noChangeAspect="1"/>
            </p:cNvPicPr>
            <p:nvPr/>
          </p:nvPicPr>
          <p:blipFill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31916" y="2132856"/>
              <a:ext cx="283592" cy="293720"/>
            </a:xfrm>
            <a:prstGeom prst="rect">
              <a:avLst/>
            </a:prstGeom>
          </p:spPr>
        </p:pic>
        <p:cxnSp>
          <p:nvCxnSpPr>
            <p:cNvPr id="196" name="Straight Connector 195"/>
            <p:cNvCxnSpPr/>
            <p:nvPr/>
          </p:nvCxnSpPr>
          <p:spPr bwMode="auto">
            <a:xfrm>
              <a:off x="5671492" y="1556792"/>
              <a:ext cx="0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97" name="Group 196"/>
            <p:cNvGrpSpPr/>
            <p:nvPr/>
          </p:nvGrpSpPr>
          <p:grpSpPr>
            <a:xfrm>
              <a:off x="5527476" y="2564904"/>
              <a:ext cx="279648" cy="288032"/>
              <a:chOff x="3079204" y="2996952"/>
              <a:chExt cx="279648" cy="288032"/>
            </a:xfrm>
          </p:grpSpPr>
          <p:cxnSp>
            <p:nvCxnSpPr>
              <p:cNvPr id="256" name="Straight Connector 255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57" name="Group 256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58" name="Straight Connector 257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59" name="Straight Connector 258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60" name="Straight Connector 259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98" name="Oval 197"/>
            <p:cNvSpPr/>
            <p:nvPr/>
          </p:nvSpPr>
          <p:spPr bwMode="auto">
            <a:xfrm>
              <a:off x="9376666" y="1916832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5142480" y="1669450"/>
              <a:ext cx="458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18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sp>
          <p:nvSpPr>
            <p:cNvPr id="201" name="Rectangle 200"/>
            <p:cNvSpPr/>
            <p:nvPr/>
          </p:nvSpPr>
          <p:spPr bwMode="auto">
            <a:xfrm rot="5400000">
              <a:off x="6820382" y="3392996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7864498" y="3068960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220k</a:t>
              </a:r>
            </a:p>
          </p:txBody>
        </p:sp>
        <p:grpSp>
          <p:nvGrpSpPr>
            <p:cNvPr id="203" name="Group 202"/>
            <p:cNvGrpSpPr/>
            <p:nvPr/>
          </p:nvGrpSpPr>
          <p:grpSpPr>
            <a:xfrm>
              <a:off x="8008514" y="1052736"/>
              <a:ext cx="747202" cy="648071"/>
              <a:chOff x="2575148" y="1844825"/>
              <a:chExt cx="747202" cy="648071"/>
            </a:xfrm>
          </p:grpSpPr>
          <p:grpSp>
            <p:nvGrpSpPr>
              <p:cNvPr id="242" name="Group 241"/>
              <p:cNvGrpSpPr/>
              <p:nvPr/>
            </p:nvGrpSpPr>
            <p:grpSpPr>
              <a:xfrm>
                <a:off x="2575148" y="1844825"/>
                <a:ext cx="747202" cy="504056"/>
                <a:chOff x="3511253" y="2048847"/>
                <a:chExt cx="747202" cy="588065"/>
              </a:xfrm>
            </p:grpSpPr>
            <p:grpSp>
              <p:nvGrpSpPr>
                <p:cNvPr id="249" name="Group 248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251" name="Straight Connector 250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52" name="Straight Connector 251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53" name="Straight Connector 252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54" name="Straight Connector 253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55" name="Straight Connector 254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250" name="TextBox 249"/>
                <p:cNvSpPr txBox="1"/>
                <p:nvPr/>
              </p:nvSpPr>
              <p:spPr>
                <a:xfrm>
                  <a:off x="3772425" y="2048847"/>
                  <a:ext cx="486030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0.1</a:t>
                  </a:r>
                  <a:r>
                    <a:rPr lang="en-US" sz="1200" dirty="0">
                      <a:latin typeface="Symbol" pitchFamily="2" charset="2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grpSp>
            <p:nvGrpSpPr>
              <p:cNvPr id="243" name="Group 242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244" name="Straight Connector 243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245" name="Group 244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246" name="Straight Connector 245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47" name="Straight Connector 246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48" name="Straight Connector 247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204" name="TextBox 203"/>
            <p:cNvSpPr txBox="1"/>
            <p:nvPr/>
          </p:nvSpPr>
          <p:spPr>
            <a:xfrm>
              <a:off x="7319926" y="3356992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4.7k</a:t>
              </a:r>
            </a:p>
          </p:txBody>
        </p:sp>
        <p:cxnSp>
          <p:nvCxnSpPr>
            <p:cNvPr id="205" name="Straight Connector 204"/>
            <p:cNvCxnSpPr/>
            <p:nvPr/>
          </p:nvCxnSpPr>
          <p:spPr bwMode="auto">
            <a:xfrm flipV="1">
              <a:off x="7072410" y="2924944"/>
              <a:ext cx="0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06" name="TextBox 205"/>
            <p:cNvSpPr txBox="1"/>
            <p:nvPr/>
          </p:nvSpPr>
          <p:spPr>
            <a:xfrm>
              <a:off x="7720482" y="126876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8152530" y="2132856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8512570" y="17008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7144418" y="198884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276103" y="384130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10m</a:t>
              </a:r>
            </a:p>
          </p:txBody>
        </p:sp>
        <p:cxnSp>
          <p:nvCxnSpPr>
            <p:cNvPr id="211" name="Straight Connector 210"/>
            <p:cNvCxnSpPr/>
            <p:nvPr/>
          </p:nvCxnSpPr>
          <p:spPr bwMode="auto">
            <a:xfrm>
              <a:off x="7103904" y="4077071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12" name="Group 211"/>
            <p:cNvGrpSpPr/>
            <p:nvPr/>
          </p:nvGrpSpPr>
          <p:grpSpPr>
            <a:xfrm>
              <a:off x="7000403" y="4293095"/>
              <a:ext cx="216024" cy="72008"/>
              <a:chOff x="3447628" y="4437112"/>
              <a:chExt cx="351656" cy="144016"/>
            </a:xfrm>
          </p:grpSpPr>
          <p:cxnSp>
            <p:nvCxnSpPr>
              <p:cNvPr id="239" name="Straight Connector 238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0" name="Straight Connector 239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1" name="Straight Connector 240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13" name="Rectangle 212"/>
            <p:cNvSpPr/>
            <p:nvPr/>
          </p:nvSpPr>
          <p:spPr bwMode="auto">
            <a:xfrm>
              <a:off x="4519365" y="3284984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R4</a:t>
              </a:r>
            </a:p>
          </p:txBody>
        </p:sp>
        <p:cxnSp>
          <p:nvCxnSpPr>
            <p:cNvPr id="214" name="Straight Connector 213"/>
            <p:cNvCxnSpPr/>
            <p:nvPr/>
          </p:nvCxnSpPr>
          <p:spPr bwMode="auto">
            <a:xfrm flipH="1">
              <a:off x="4231333" y="3429000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15" name="Straight Connector 214"/>
            <p:cNvCxnSpPr/>
            <p:nvPr/>
          </p:nvCxnSpPr>
          <p:spPr bwMode="auto">
            <a:xfrm flipH="1">
              <a:off x="5023421" y="3429000"/>
              <a:ext cx="3130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16" name="Picture 2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2458" y="3573016"/>
              <a:ext cx="421627" cy="432048"/>
            </a:xfrm>
            <a:prstGeom prst="rect">
              <a:avLst/>
            </a:prstGeom>
          </p:spPr>
        </p:pic>
        <p:cxnSp>
          <p:nvCxnSpPr>
            <p:cNvPr id="217" name="Straight Connector 216"/>
            <p:cNvCxnSpPr/>
            <p:nvPr/>
          </p:nvCxnSpPr>
          <p:spPr bwMode="auto">
            <a:xfrm flipV="1">
              <a:off x="5403272" y="3429000"/>
              <a:ext cx="5210" cy="5760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18" name="Group 217"/>
            <p:cNvGrpSpPr/>
            <p:nvPr/>
          </p:nvGrpSpPr>
          <p:grpSpPr>
            <a:xfrm>
              <a:off x="5239445" y="3861048"/>
              <a:ext cx="288032" cy="288032"/>
              <a:chOff x="3079204" y="2996952"/>
              <a:chExt cx="279648" cy="288032"/>
            </a:xfrm>
          </p:grpSpPr>
          <p:cxnSp>
            <p:nvCxnSpPr>
              <p:cNvPr id="234" name="Straight Connector 233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35" name="Group 234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36" name="Straight Connector 235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7" name="Straight Connector 236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8" name="Straight Connector 237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219" name="Straight Connector 218"/>
            <p:cNvCxnSpPr/>
            <p:nvPr/>
          </p:nvCxnSpPr>
          <p:spPr bwMode="auto">
            <a:xfrm>
              <a:off x="5200621" y="3429000"/>
              <a:ext cx="5641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20" name="TextBox 219"/>
            <p:cNvSpPr txBox="1"/>
            <p:nvPr/>
          </p:nvSpPr>
          <p:spPr>
            <a:xfrm>
              <a:off x="5527477" y="3140968"/>
              <a:ext cx="4748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2.5v</a:t>
              </a: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4142338" y="3152001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222" name="Rectangle 221"/>
            <p:cNvSpPr/>
            <p:nvPr/>
          </p:nvSpPr>
          <p:spPr bwMode="auto">
            <a:xfrm rot="5400000">
              <a:off x="6211552" y="2456892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</a:p>
          </p:txBody>
        </p:sp>
        <p:cxnSp>
          <p:nvCxnSpPr>
            <p:cNvPr id="223" name="Straight Connector 222"/>
            <p:cNvCxnSpPr/>
            <p:nvPr/>
          </p:nvCxnSpPr>
          <p:spPr bwMode="auto">
            <a:xfrm flipV="1">
              <a:off x="6499584" y="1556792"/>
              <a:ext cx="0" cy="7920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4" name="Straight Connector 223"/>
            <p:cNvCxnSpPr/>
            <p:nvPr/>
          </p:nvCxnSpPr>
          <p:spPr bwMode="auto">
            <a:xfrm flipV="1">
              <a:off x="6463580" y="2852936"/>
              <a:ext cx="0" cy="5760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25" name="Oval 224"/>
            <p:cNvSpPr/>
            <p:nvPr/>
          </p:nvSpPr>
          <p:spPr bwMode="auto">
            <a:xfrm>
              <a:off x="6463580" y="1556792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5815508" y="1124744"/>
              <a:ext cx="388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1400" dirty="0">
                  <a:latin typeface="Symbol" pitchFamily="2" charset="2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5548226" y="3637041"/>
              <a:ext cx="6415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AP431i</a:t>
              </a: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5887516" y="2852936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220k</a:t>
              </a: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4519365" y="2996952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270</a:t>
              </a: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8407796" y="1268760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C1</a:t>
              </a: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6175548" y="1268760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C2</a:t>
              </a: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6463580" y="3861048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C3</a:t>
              </a:r>
            </a:p>
          </p:txBody>
        </p:sp>
        <p:cxnSp>
          <p:nvCxnSpPr>
            <p:cNvPr id="233" name="Straight Connector 232"/>
            <p:cNvCxnSpPr/>
            <p:nvPr/>
          </p:nvCxnSpPr>
          <p:spPr bwMode="auto">
            <a:xfrm flipH="1">
              <a:off x="5664977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88AB320-3494-4B47-AE4C-23643C8F37BC}"/>
                </a:ext>
              </a:extLst>
            </p:cNvPr>
            <p:cNvSpPr/>
            <p:nvPr/>
          </p:nvSpPr>
          <p:spPr bwMode="auto">
            <a:xfrm>
              <a:off x="8693014" y="1949636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2F23D80-6FBF-E840-BC8F-C8D9B2B12AC0}"/>
                </a:ext>
              </a:extLst>
            </p:cNvPr>
            <p:cNvSpPr/>
            <p:nvPr/>
          </p:nvSpPr>
          <p:spPr bwMode="auto">
            <a:xfrm>
              <a:off x="7038015" y="288947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3FAFA973-1E60-D54B-A64F-99DFF4311685}"/>
                </a:ext>
              </a:extLst>
            </p:cNvPr>
            <p:cNvSpPr/>
            <p:nvPr/>
          </p:nvSpPr>
          <p:spPr bwMode="auto">
            <a:xfrm>
              <a:off x="5163370" y="3392997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8CEDCCDC-91F9-7C40-BC56-63B05073411A}"/>
                </a:ext>
              </a:extLst>
            </p:cNvPr>
            <p:cNvSpPr/>
            <p:nvPr/>
          </p:nvSpPr>
          <p:spPr bwMode="auto">
            <a:xfrm>
              <a:off x="5379094" y="3392672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27903E2D-4B04-744F-94A7-B8550B84E723}"/>
                </a:ext>
              </a:extLst>
            </p:cNvPr>
            <p:cNvSpPr/>
            <p:nvPr/>
          </p:nvSpPr>
          <p:spPr bwMode="auto">
            <a:xfrm>
              <a:off x="7971547" y="1089299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022F7EB0-D1F9-C24B-BA62-FAB07BA5D2E8}"/>
                </a:ext>
              </a:extLst>
            </p:cNvPr>
            <p:cNvSpPr/>
            <p:nvPr/>
          </p:nvSpPr>
          <p:spPr bwMode="auto">
            <a:xfrm>
              <a:off x="4339210" y="3403355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0" name="TextBox 169"/>
          <p:cNvSpPr txBox="1"/>
          <p:nvPr/>
        </p:nvSpPr>
        <p:spPr>
          <a:xfrm>
            <a:off x="4686450" y="1373237"/>
            <a:ext cx="936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MCP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6002</a:t>
            </a:r>
          </a:p>
        </p:txBody>
      </p:sp>
      <p:grpSp>
        <p:nvGrpSpPr>
          <p:cNvPr id="172" name="Group 171"/>
          <p:cNvGrpSpPr/>
          <p:nvPr/>
        </p:nvGrpSpPr>
        <p:grpSpPr>
          <a:xfrm>
            <a:off x="2955616" y="1094497"/>
            <a:ext cx="663743" cy="206732"/>
            <a:chOff x="5740858" y="1494076"/>
            <a:chExt cx="663743" cy="206732"/>
          </a:xfrm>
        </p:grpSpPr>
        <p:cxnSp>
          <p:nvCxnSpPr>
            <p:cNvPr id="173" name="Straight Connector 172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74" name="Straight Connector 173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75" name="Straight Connector 174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76" name="Straight Connector 175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6A286E5-554B-5B45-B7DD-5F05164BD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742" y="2362636"/>
            <a:ext cx="2357401" cy="16430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1AE6E3-79B5-4E4D-B163-2303C9776E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246" y="357163"/>
            <a:ext cx="1790160" cy="1804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8DF8B-77AF-1F46-BFF7-9394B5F66A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2615" y="4359449"/>
            <a:ext cx="6499978" cy="233390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EBEAC3F-2880-944D-9F9A-BF1587E65E85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2367" y="3031571"/>
            <a:ext cx="0" cy="467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70E4AFA-28EC-D84B-963A-CAC56486399A}"/>
              </a:ext>
            </a:extLst>
          </p:cNvPr>
          <p:cNvGrpSpPr/>
          <p:nvPr/>
        </p:nvGrpSpPr>
        <p:grpSpPr>
          <a:xfrm>
            <a:off x="1536749" y="3250345"/>
            <a:ext cx="414555" cy="556610"/>
            <a:chOff x="9009295" y="2796190"/>
            <a:chExt cx="414555" cy="556610"/>
          </a:xfrm>
        </p:grpSpPr>
        <p:sp>
          <p:nvSpPr>
            <p:cNvPr id="119" name="Triangle 118">
              <a:extLst>
                <a:ext uri="{FF2B5EF4-FFF2-40B4-BE49-F238E27FC236}">
                  <a16:creationId xmlns:a16="http://schemas.microsoft.com/office/drawing/2014/main" id="{27F559C8-C2DA-F94B-919C-8E676CBCDC78}"/>
                </a:ext>
              </a:extLst>
            </p:cNvPr>
            <p:cNvSpPr/>
            <p:nvPr/>
          </p:nvSpPr>
          <p:spPr>
            <a:xfrm rot="10800000">
              <a:off x="9029633" y="2975308"/>
              <a:ext cx="227024" cy="20179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EF340B8-46BE-0D4E-8DD7-4510C553F7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49481" y="3040897"/>
              <a:ext cx="0" cy="2803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A0558DB-508A-3C4C-8BB7-3DB02869DB2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9667" y="3177106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BCF945-2D1B-5D44-98E6-F0949CE6B04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6189" y="2796190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3335FDD-8CCB-084A-9275-C44EAF321C5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71483" y="3072003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011DD00-2A11-D94C-962A-9B3FB873DB0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95632" y="2988360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A4BE521-2B3C-714E-89E6-8F4E1412B289}"/>
              </a:ext>
            </a:extLst>
          </p:cNvPr>
          <p:cNvSpPr/>
          <p:nvPr/>
        </p:nvSpPr>
        <p:spPr bwMode="auto">
          <a:xfrm rot="5400000">
            <a:off x="1431359" y="393156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R13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9880B09-7944-6F4E-9D83-D4D55C7927D8}"/>
              </a:ext>
            </a:extLst>
          </p:cNvPr>
          <p:cNvCxnSpPr>
            <a:cxnSpLocks/>
          </p:cNvCxnSpPr>
          <p:nvPr/>
        </p:nvCxnSpPr>
        <p:spPr bwMode="auto">
          <a:xfrm flipH="1">
            <a:off x="1678539" y="4327612"/>
            <a:ext cx="4848" cy="2334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0068597-2385-CD45-9735-8025DFAE83C4}"/>
              </a:ext>
            </a:extLst>
          </p:cNvPr>
          <p:cNvGrpSpPr/>
          <p:nvPr/>
        </p:nvGrpSpPr>
        <p:grpSpPr>
          <a:xfrm>
            <a:off x="1539371" y="4561049"/>
            <a:ext cx="288032" cy="92317"/>
            <a:chOff x="8205801" y="6728045"/>
            <a:chExt cx="331710" cy="173482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6D26CF6-7AB5-6A46-A6BB-36051582F88E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0EC368E-DBB6-CF4C-9B10-A4B9D4AAB34E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7241E55-D184-0243-AC70-A625E49F5BAC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AF45D45F-DA40-7D42-8085-E5B8EDFCF339}"/>
              </a:ext>
            </a:extLst>
          </p:cNvPr>
          <p:cNvSpPr txBox="1"/>
          <p:nvPr/>
        </p:nvSpPr>
        <p:spPr>
          <a:xfrm>
            <a:off x="1922517" y="40387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0C123E6-128A-0B4C-AC48-E47536E8EBCF}"/>
              </a:ext>
            </a:extLst>
          </p:cNvPr>
          <p:cNvSpPr txBox="1"/>
          <p:nvPr/>
        </p:nvSpPr>
        <p:spPr>
          <a:xfrm>
            <a:off x="1046586" y="3337198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80B2EE7-D0D1-3042-B73F-41A491BE05EF}"/>
              </a:ext>
            </a:extLst>
          </p:cNvPr>
          <p:cNvSpPr txBox="1"/>
          <p:nvPr/>
        </p:nvSpPr>
        <p:spPr>
          <a:xfrm>
            <a:off x="6518007" y="1077273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152180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00E6D99-11E3-2840-99FF-1A34985FB76D}"/>
              </a:ext>
            </a:extLst>
          </p:cNvPr>
          <p:cNvGrpSpPr/>
          <p:nvPr/>
        </p:nvGrpSpPr>
        <p:grpSpPr>
          <a:xfrm>
            <a:off x="6431874" y="2080519"/>
            <a:ext cx="5450012" cy="1645603"/>
            <a:chOff x="5731937" y="859580"/>
            <a:chExt cx="5450012" cy="1645603"/>
          </a:xfrm>
        </p:grpSpPr>
        <p:grpSp>
          <p:nvGrpSpPr>
            <p:cNvPr id="20" name="Group 19"/>
            <p:cNvGrpSpPr/>
            <p:nvPr/>
          </p:nvGrpSpPr>
          <p:grpSpPr>
            <a:xfrm>
              <a:off x="5731937" y="907104"/>
              <a:ext cx="2974925" cy="1457691"/>
              <a:chOff x="1059239" y="1122556"/>
              <a:chExt cx="2974925" cy="1457691"/>
            </a:xfrm>
          </p:grpSpPr>
          <p:sp>
            <p:nvSpPr>
              <p:cNvPr id="178" name="TextBox 177"/>
              <p:cNvSpPr txBox="1"/>
              <p:nvPr/>
            </p:nvSpPr>
            <p:spPr>
              <a:xfrm>
                <a:off x="1059239" y="1614170"/>
                <a:ext cx="1741014" cy="600164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10kHz sine wave</a:t>
                </a:r>
              </a:p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1.65V peak-to-peak</a:t>
                </a:r>
              </a:p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2.5V DC offset</a:t>
                </a: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2921488" y="1122556"/>
                <a:ext cx="1112676" cy="1457691"/>
                <a:chOff x="4711812" y="838551"/>
                <a:chExt cx="1112676" cy="1457691"/>
              </a:xfrm>
            </p:grpSpPr>
            <p:sp>
              <p:nvSpPr>
                <p:cNvPr id="187" name="TextBox 186"/>
                <p:cNvSpPr txBox="1"/>
                <p:nvPr/>
              </p:nvSpPr>
              <p:spPr>
                <a:xfrm>
                  <a:off x="4711812" y="1222676"/>
                  <a:ext cx="28725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+</a:t>
                  </a:r>
                </a:p>
              </p:txBody>
            </p:sp>
            <p:sp>
              <p:nvSpPr>
                <p:cNvPr id="188" name="TextBox 187"/>
                <p:cNvSpPr txBox="1"/>
                <p:nvPr/>
              </p:nvSpPr>
              <p:spPr>
                <a:xfrm>
                  <a:off x="4746850" y="1561230"/>
                  <a:ext cx="2871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-</a:t>
                  </a:r>
                </a:p>
              </p:txBody>
            </p:sp>
            <p:sp>
              <p:nvSpPr>
                <p:cNvPr id="189" name="TextBox 188"/>
                <p:cNvSpPr txBox="1"/>
                <p:nvPr/>
              </p:nvSpPr>
              <p:spPr>
                <a:xfrm>
                  <a:off x="5143860" y="1345206"/>
                  <a:ext cx="3727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Vs</a:t>
                  </a:r>
                </a:p>
              </p:txBody>
            </p:sp>
            <p:cxnSp>
              <p:nvCxnSpPr>
                <p:cNvPr id="191" name="Straight Connector 190"/>
                <p:cNvCxnSpPr/>
                <p:nvPr/>
              </p:nvCxnSpPr>
              <p:spPr bwMode="auto">
                <a:xfrm flipH="1">
                  <a:off x="4991879" y="838551"/>
                  <a:ext cx="17706" cy="1319363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90" name="Oval 189"/>
                <p:cNvSpPr/>
                <p:nvPr/>
              </p:nvSpPr>
              <p:spPr bwMode="auto">
                <a:xfrm>
                  <a:off x="4827585" y="1444645"/>
                  <a:ext cx="360040" cy="36004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3200">
                    <a:latin typeface="Verdana"/>
                    <a:cs typeface="Verdana"/>
                  </a:endParaRPr>
                </a:p>
              </p:txBody>
            </p:sp>
            <p:grpSp>
              <p:nvGrpSpPr>
                <p:cNvPr id="192" name="Group 191"/>
                <p:cNvGrpSpPr/>
                <p:nvPr/>
              </p:nvGrpSpPr>
              <p:grpSpPr>
                <a:xfrm>
                  <a:off x="4850468" y="2008210"/>
                  <a:ext cx="279648" cy="288032"/>
                  <a:chOff x="3079204" y="2996952"/>
                  <a:chExt cx="279648" cy="288032"/>
                </a:xfrm>
              </p:grpSpPr>
              <p:cxnSp>
                <p:nvCxnSpPr>
                  <p:cNvPr id="193" name="Straight Connector 192"/>
                  <p:cNvCxnSpPr/>
                  <p:nvPr/>
                </p:nvCxnSpPr>
                <p:spPr bwMode="auto">
                  <a:xfrm>
                    <a:off x="3223220" y="2996952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grpSp>
                <p:nvGrpSpPr>
                  <p:cNvPr id="194" name="Group 193"/>
                  <p:cNvGrpSpPr/>
                  <p:nvPr/>
                </p:nvGrpSpPr>
                <p:grpSpPr>
                  <a:xfrm>
                    <a:off x="3079204" y="3212976"/>
                    <a:ext cx="279648" cy="72008"/>
                    <a:chOff x="3447628" y="4437112"/>
                    <a:chExt cx="351656" cy="144016"/>
                  </a:xfrm>
                </p:grpSpPr>
                <p:cxnSp>
                  <p:nvCxnSpPr>
                    <p:cNvPr id="195" name="Straight Connector 194"/>
                    <p:cNvCxnSpPr/>
                    <p:nvPr/>
                  </p:nvCxnSpPr>
                  <p:spPr bwMode="auto">
                    <a:xfrm flipH="1">
                      <a:off x="3447628" y="4437112"/>
                      <a:ext cx="351656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96" name="Straight Connector 195"/>
                    <p:cNvCxnSpPr/>
                    <p:nvPr/>
                  </p:nvCxnSpPr>
                  <p:spPr bwMode="auto">
                    <a:xfrm flipH="1">
                      <a:off x="3511252" y="4509120"/>
                      <a:ext cx="216024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97" name="Straight Connector 196"/>
                    <p:cNvCxnSpPr/>
                    <p:nvPr/>
                  </p:nvCxnSpPr>
                  <p:spPr bwMode="auto">
                    <a:xfrm flipH="1">
                      <a:off x="3583260" y="4581128"/>
                      <a:ext cx="72008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</p:grpSp>
            <p:cxnSp>
              <p:nvCxnSpPr>
                <p:cNvPr id="198" name="Straight Connector 197"/>
                <p:cNvCxnSpPr/>
                <p:nvPr/>
              </p:nvCxnSpPr>
              <p:spPr bwMode="auto">
                <a:xfrm flipH="1">
                  <a:off x="4994848" y="838551"/>
                  <a:ext cx="829640" cy="4191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19" name="Group 18"/>
            <p:cNvGrpSpPr/>
            <p:nvPr/>
          </p:nvGrpSpPr>
          <p:grpSpPr>
            <a:xfrm>
              <a:off x="8691086" y="859580"/>
              <a:ext cx="2490863" cy="1645603"/>
              <a:chOff x="5373422" y="1222676"/>
              <a:chExt cx="2490863" cy="1645603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7070501" y="1222676"/>
                <a:ext cx="793784" cy="1645603"/>
                <a:chOff x="2780371" y="938671"/>
                <a:chExt cx="793784" cy="1645603"/>
              </a:xfrm>
            </p:grpSpPr>
            <p:sp>
              <p:nvSpPr>
                <p:cNvPr id="167" name="Oval 166"/>
                <p:cNvSpPr/>
                <p:nvPr/>
              </p:nvSpPr>
              <p:spPr bwMode="auto">
                <a:xfrm>
                  <a:off x="2780371" y="1864194"/>
                  <a:ext cx="423664" cy="432048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3200">
                    <a:latin typeface="Verdana"/>
                    <a:cs typeface="Verdana"/>
                  </a:endParaRPr>
                </a:p>
              </p:txBody>
            </p:sp>
            <p:pic>
              <p:nvPicPr>
                <p:cNvPr id="168" name="Picture 167"/>
                <p:cNvPicPr>
                  <a:picLocks noChangeAspect="1"/>
                </p:cNvPicPr>
                <p:nvPr/>
              </p:nvPicPr>
              <p:blipFill>
                <a:blip r:embed="rId2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-9000" contrast="-4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79981" y="1956607"/>
                  <a:ext cx="217945" cy="225729"/>
                </a:xfrm>
                <a:prstGeom prst="rect">
                  <a:avLst/>
                </a:prstGeom>
              </p:spPr>
            </p:pic>
            <p:cxnSp>
              <p:nvCxnSpPr>
                <p:cNvPr id="169" name="Straight Connector 168"/>
                <p:cNvCxnSpPr/>
                <p:nvPr/>
              </p:nvCxnSpPr>
              <p:spPr bwMode="auto">
                <a:xfrm>
                  <a:off x="2977648" y="938671"/>
                  <a:ext cx="596507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70" name="Group 169"/>
                <p:cNvGrpSpPr/>
                <p:nvPr/>
              </p:nvGrpSpPr>
              <p:grpSpPr>
                <a:xfrm>
                  <a:off x="2859259" y="2296242"/>
                  <a:ext cx="279648" cy="288032"/>
                  <a:chOff x="3079204" y="2996952"/>
                  <a:chExt cx="279648" cy="288032"/>
                </a:xfrm>
              </p:grpSpPr>
              <p:cxnSp>
                <p:nvCxnSpPr>
                  <p:cNvPr id="171" name="Straight Connector 170"/>
                  <p:cNvCxnSpPr/>
                  <p:nvPr/>
                </p:nvCxnSpPr>
                <p:spPr bwMode="auto">
                  <a:xfrm>
                    <a:off x="3223220" y="2996952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grpSp>
                <p:nvGrpSpPr>
                  <p:cNvPr id="172" name="Group 171"/>
                  <p:cNvGrpSpPr/>
                  <p:nvPr/>
                </p:nvGrpSpPr>
                <p:grpSpPr>
                  <a:xfrm>
                    <a:off x="3079204" y="3212976"/>
                    <a:ext cx="279648" cy="72008"/>
                    <a:chOff x="3447628" y="4437112"/>
                    <a:chExt cx="351656" cy="144016"/>
                  </a:xfrm>
                </p:grpSpPr>
                <p:cxnSp>
                  <p:nvCxnSpPr>
                    <p:cNvPr id="173" name="Straight Connector 172"/>
                    <p:cNvCxnSpPr/>
                    <p:nvPr/>
                  </p:nvCxnSpPr>
                  <p:spPr bwMode="auto">
                    <a:xfrm flipH="1">
                      <a:off x="3447628" y="4437112"/>
                      <a:ext cx="351656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4" name="Straight Connector 173"/>
                    <p:cNvCxnSpPr/>
                    <p:nvPr/>
                  </p:nvCxnSpPr>
                  <p:spPr bwMode="auto">
                    <a:xfrm flipH="1">
                      <a:off x="3511252" y="4509120"/>
                      <a:ext cx="216024" cy="8384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75" name="Straight Connector 174"/>
                    <p:cNvCxnSpPr/>
                    <p:nvPr/>
                  </p:nvCxnSpPr>
                  <p:spPr bwMode="auto">
                    <a:xfrm flipH="1">
                      <a:off x="3583260" y="4581128"/>
                      <a:ext cx="72008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</p:grpSp>
            <p:grpSp>
              <p:nvGrpSpPr>
                <p:cNvPr id="179" name="Group 178"/>
                <p:cNvGrpSpPr/>
                <p:nvPr/>
              </p:nvGrpSpPr>
              <p:grpSpPr>
                <a:xfrm>
                  <a:off x="2809574" y="938671"/>
                  <a:ext cx="354318" cy="907349"/>
                  <a:chOff x="4214737" y="3980542"/>
                  <a:chExt cx="561769" cy="1200039"/>
                </a:xfrm>
              </p:grpSpPr>
              <p:grpSp>
                <p:nvGrpSpPr>
                  <p:cNvPr id="180" name="Group 179"/>
                  <p:cNvGrpSpPr/>
                  <p:nvPr/>
                </p:nvGrpSpPr>
                <p:grpSpPr>
                  <a:xfrm>
                    <a:off x="4214737" y="4492711"/>
                    <a:ext cx="561769" cy="310216"/>
                    <a:chOff x="4214737" y="4492711"/>
                    <a:chExt cx="561769" cy="310216"/>
                  </a:xfrm>
                </p:grpSpPr>
                <p:cxnSp>
                  <p:nvCxnSpPr>
                    <p:cNvPr id="183" name="Straight Connector 182"/>
                    <p:cNvCxnSpPr/>
                    <p:nvPr/>
                  </p:nvCxnSpPr>
                  <p:spPr bwMode="auto">
                    <a:xfrm>
                      <a:off x="4214737" y="4492711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4" name="Straight Connector 183"/>
                    <p:cNvCxnSpPr/>
                    <p:nvPr/>
                  </p:nvCxnSpPr>
                  <p:spPr bwMode="auto">
                    <a:xfrm>
                      <a:off x="4340067" y="4591009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5" name="Straight Connector 184"/>
                    <p:cNvCxnSpPr/>
                    <p:nvPr/>
                  </p:nvCxnSpPr>
                  <p:spPr bwMode="auto">
                    <a:xfrm>
                      <a:off x="4243544" y="4704629"/>
                      <a:ext cx="53296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  <p:cxnSp>
                  <p:nvCxnSpPr>
                    <p:cNvPr id="186" name="Straight Connector 185"/>
                    <p:cNvCxnSpPr/>
                    <p:nvPr/>
                  </p:nvCxnSpPr>
                  <p:spPr bwMode="auto">
                    <a:xfrm>
                      <a:off x="4368874" y="4802927"/>
                      <a:ext cx="284039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</p:cxnSp>
              </p:grpSp>
              <p:cxnSp>
                <p:nvCxnSpPr>
                  <p:cNvPr id="181" name="Straight Connector 180"/>
                  <p:cNvCxnSpPr/>
                  <p:nvPr/>
                </p:nvCxnSpPr>
                <p:spPr bwMode="auto">
                  <a:xfrm>
                    <a:off x="4481218" y="3980542"/>
                    <a:ext cx="10001" cy="523461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2" name="Straight Connector 181"/>
                  <p:cNvCxnSpPr/>
                  <p:nvPr/>
                </p:nvCxnSpPr>
                <p:spPr bwMode="auto">
                  <a:xfrm>
                    <a:off x="4505808" y="4802927"/>
                    <a:ext cx="1" cy="37765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sp>
            <p:nvSpPr>
              <p:cNvPr id="199" name="TextBox 198"/>
              <p:cNvSpPr txBox="1"/>
              <p:nvPr/>
            </p:nvSpPr>
            <p:spPr>
              <a:xfrm>
                <a:off x="6196995" y="1609927"/>
                <a:ext cx="792088" cy="2616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2.5V DC</a:t>
                </a:r>
              </a:p>
            </p:txBody>
          </p:sp>
          <p:sp>
            <p:nvSpPr>
              <p:cNvPr id="200" name="TextBox 199"/>
              <p:cNvSpPr txBox="1"/>
              <p:nvPr/>
            </p:nvSpPr>
            <p:spPr>
              <a:xfrm>
                <a:off x="5373422" y="2121793"/>
                <a:ext cx="1640004" cy="43088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10kHz sine wave</a:t>
                </a:r>
              </a:p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Verdana"/>
                    <a:cs typeface="Verdana"/>
                  </a:rPr>
                  <a:t>1.65V peak-to-peak</a:t>
                </a:r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7037849" y="132941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+</a:t>
                </a:r>
              </a:p>
            </p:txBody>
          </p:sp>
        </p:grpSp>
        <p:sp>
          <p:nvSpPr>
            <p:cNvPr id="203" name="TextBox 202"/>
            <p:cNvSpPr txBox="1"/>
            <p:nvPr/>
          </p:nvSpPr>
          <p:spPr>
            <a:xfrm>
              <a:off x="8697779" y="1137107"/>
              <a:ext cx="476289" cy="52322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0000"/>
                  </a:solidFill>
                  <a:latin typeface="Verdana"/>
                  <a:cs typeface="Verdana"/>
                </a:rPr>
                <a:t>=</a:t>
              </a:r>
            </a:p>
          </p:txBody>
        </p: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0FF7C84-F75B-3B4D-8CD2-AA8C2B2256A7}"/>
              </a:ext>
            </a:extLst>
          </p:cNvPr>
          <p:cNvSpPr/>
          <p:nvPr/>
        </p:nvSpPr>
        <p:spPr bwMode="auto">
          <a:xfrm rot="16200000">
            <a:off x="2341770" y="1113583"/>
            <a:ext cx="466323" cy="22312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rPr>
              <a:t>R</a:t>
            </a:r>
            <a:r>
              <a:rPr kumimoji="0" lang="en-US" sz="12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rPr>
              <a:t>L</a:t>
            </a:r>
            <a:endParaRPr kumimoji="0" lang="en-US" sz="1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9BD728B-04A5-4742-B52A-F02184E7A899}"/>
              </a:ext>
            </a:extLst>
          </p:cNvPr>
          <p:cNvCxnSpPr/>
          <p:nvPr/>
        </p:nvCxnSpPr>
        <p:spPr bwMode="auto">
          <a:xfrm rot="16200000" flipH="1">
            <a:off x="2396679" y="847966"/>
            <a:ext cx="288032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AC90C6B-CDA4-9F4A-A907-EDC4DEFC7F33}"/>
              </a:ext>
            </a:extLst>
          </p:cNvPr>
          <p:cNvCxnSpPr>
            <a:cxnSpLocks/>
            <a:stCxn id="131" idx="1"/>
          </p:cNvCxnSpPr>
          <p:nvPr/>
        </p:nvCxnSpPr>
        <p:spPr bwMode="auto">
          <a:xfrm>
            <a:off x="2574932" y="1458305"/>
            <a:ext cx="2956" cy="21033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40B7DCE-9A1C-9246-8B5F-493BC69C01AC}"/>
              </a:ext>
            </a:extLst>
          </p:cNvPr>
          <p:cNvSpPr/>
          <p:nvPr/>
        </p:nvSpPr>
        <p:spPr bwMode="auto">
          <a:xfrm>
            <a:off x="391292" y="415918"/>
            <a:ext cx="1425633" cy="131789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B0EA7B0-57E2-BD42-B3CD-8D7CD2D19D94}"/>
              </a:ext>
            </a:extLst>
          </p:cNvPr>
          <p:cNvSpPr txBox="1"/>
          <p:nvPr/>
        </p:nvSpPr>
        <p:spPr>
          <a:xfrm>
            <a:off x="642955" y="125718"/>
            <a:ext cx="922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PicoScope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4B404C18-8469-8A46-BC12-CE35A1E30006}"/>
              </a:ext>
            </a:extLst>
          </p:cNvPr>
          <p:cNvCxnSpPr/>
          <p:nvPr/>
        </p:nvCxnSpPr>
        <p:spPr bwMode="auto">
          <a:xfrm flipH="1">
            <a:off x="1816925" y="703949"/>
            <a:ext cx="72377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78730DA2-9D66-6C48-9601-25DFB4C3860C}"/>
              </a:ext>
            </a:extLst>
          </p:cNvPr>
          <p:cNvSpPr txBox="1"/>
          <p:nvPr/>
        </p:nvSpPr>
        <p:spPr>
          <a:xfrm>
            <a:off x="1871526" y="450375"/>
            <a:ext cx="8149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BNC cable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F9B78FC-FF06-9F44-928C-B68D7B5F6F28}"/>
              </a:ext>
            </a:extLst>
          </p:cNvPr>
          <p:cNvGrpSpPr/>
          <p:nvPr/>
        </p:nvGrpSpPr>
        <p:grpSpPr>
          <a:xfrm>
            <a:off x="2480151" y="1674314"/>
            <a:ext cx="216024" cy="72008"/>
            <a:chOff x="3447628" y="4437112"/>
            <a:chExt cx="351656" cy="144016"/>
          </a:xfrm>
        </p:grpSpPr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9E46EEC7-092E-594C-8750-1DB3840F6604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6862EC5-249C-1049-9BD0-2A9141C6A8AE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937AA8DB-3C5C-7B43-B4E1-83269C2140DA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B14B8BE-F4F0-0B48-9D31-A53BB527C791}"/>
              </a:ext>
            </a:extLst>
          </p:cNvPr>
          <p:cNvGrpSpPr/>
          <p:nvPr/>
        </p:nvGrpSpPr>
        <p:grpSpPr>
          <a:xfrm>
            <a:off x="445127" y="557471"/>
            <a:ext cx="1371799" cy="1135201"/>
            <a:chOff x="3589816" y="2293797"/>
            <a:chExt cx="1371799" cy="113520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19D5CBE5-174B-4F4F-8BE0-3B6F9CBB3311}"/>
                </a:ext>
              </a:extLst>
            </p:cNvPr>
            <p:cNvGrpSpPr/>
            <p:nvPr/>
          </p:nvGrpSpPr>
          <p:grpSpPr>
            <a:xfrm>
              <a:off x="3589816" y="2437812"/>
              <a:ext cx="1371799" cy="991186"/>
              <a:chOff x="3228822" y="3035962"/>
              <a:chExt cx="1871664" cy="1312022"/>
            </a:xfrm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2672137F-84DE-FE4E-901A-A3F4F5E9CBBD}"/>
                  </a:ext>
                </a:extLst>
              </p:cNvPr>
              <p:cNvSpPr/>
              <p:nvPr/>
            </p:nvSpPr>
            <p:spPr bwMode="auto">
              <a:xfrm>
                <a:off x="3470326" y="3555896"/>
                <a:ext cx="504056" cy="504056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endParaRPr>
              </a:p>
            </p:txBody>
          </p:sp>
          <p:pic>
            <p:nvPicPr>
              <p:cNvPr id="202" name="Picture 201">
                <a:extLst>
                  <a:ext uri="{FF2B5EF4-FFF2-40B4-BE49-F238E27FC236}">
                    <a16:creationId xmlns:a16="http://schemas.microsoft.com/office/drawing/2014/main" id="{56ABCBA8-3589-1A41-A704-9CA80DDB4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9000" contrast="-4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98973" y="3685833"/>
                <a:ext cx="237754" cy="246245"/>
              </a:xfrm>
              <a:prstGeom prst="rect">
                <a:avLst/>
              </a:prstGeom>
            </p:spPr>
          </p:pic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7E318786-031C-4E40-A6E7-79D53899E518}"/>
                  </a:ext>
                </a:extLst>
              </p:cNvPr>
              <p:cNvCxnSpPr/>
              <p:nvPr/>
            </p:nvCxnSpPr>
            <p:spPr bwMode="auto">
              <a:xfrm>
                <a:off x="3758358" y="3051840"/>
                <a:ext cx="0" cy="50405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9A92D978-DDE9-3F47-A858-E4ABB68E4505}"/>
                  </a:ext>
                </a:extLst>
              </p:cNvPr>
              <p:cNvGrpSpPr/>
              <p:nvPr/>
            </p:nvGrpSpPr>
            <p:grpSpPr>
              <a:xfrm>
                <a:off x="3614342" y="4059952"/>
                <a:ext cx="279648" cy="288032"/>
                <a:chOff x="3079204" y="2996952"/>
                <a:chExt cx="279648" cy="288032"/>
              </a:xfrm>
            </p:grpSpPr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B782AED9-D107-5747-B6F2-AB0729932A9D}"/>
                    </a:ext>
                  </a:extLst>
                </p:cNvPr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9D060291-285F-3048-A570-675CD07C88BE}"/>
                    </a:ext>
                  </a:extLst>
                </p:cNvPr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1FF66150-C100-0D4D-B309-8B159A35F24F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99601E1D-A7E7-3E43-8751-B97E43D7D336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5C92F934-8560-5844-B0F8-F04E4A62BFA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0E407B28-51A3-C14A-85D6-542AA10FDD01}"/>
                  </a:ext>
                </a:extLst>
              </p:cNvPr>
              <p:cNvSpPr txBox="1"/>
              <p:nvPr/>
            </p:nvSpPr>
            <p:spPr>
              <a:xfrm>
                <a:off x="3228822" y="3246467"/>
                <a:ext cx="505661" cy="3666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Vs</a:t>
                </a:r>
              </a:p>
            </p:txBody>
          </p: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C7DA05A5-34BA-7046-8CB0-BCAB770849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751844" y="3035962"/>
                <a:ext cx="1348642" cy="21003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30C6CA1-658C-3E42-BFD5-CC40A96FE2C7}"/>
                </a:ext>
              </a:extLst>
            </p:cNvPr>
            <p:cNvSpPr/>
            <p:nvPr/>
          </p:nvSpPr>
          <p:spPr bwMode="auto">
            <a:xfrm>
              <a:off x="4198584" y="229379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C41F8D8A-0B4D-1E4C-8631-7A25AD348569}"/>
              </a:ext>
            </a:extLst>
          </p:cNvPr>
          <p:cNvSpPr txBox="1"/>
          <p:nvPr/>
        </p:nvSpPr>
        <p:spPr>
          <a:xfrm>
            <a:off x="2874953" y="996129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</a:t>
            </a:r>
            <a:r>
              <a:rPr lang="en-US" sz="1600" baseline="-25000" dirty="0">
                <a:latin typeface="Verdana"/>
                <a:cs typeface="Verdana"/>
              </a:rPr>
              <a:t>G</a:t>
            </a:r>
            <a:endParaRPr lang="en-US" sz="1400" baseline="-25000" dirty="0">
              <a:latin typeface="Verdana"/>
              <a:cs typeface="Verdana"/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D2D9F5E-1E95-344F-B8E5-19425487431C}"/>
              </a:ext>
            </a:extLst>
          </p:cNvPr>
          <p:cNvCxnSpPr>
            <a:cxnSpLocks/>
          </p:cNvCxnSpPr>
          <p:nvPr/>
        </p:nvCxnSpPr>
        <p:spPr bwMode="auto">
          <a:xfrm>
            <a:off x="2867308" y="860515"/>
            <a:ext cx="0" cy="55442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0D83022-16C0-D942-8755-582DF5E7A2AD}"/>
              </a:ext>
            </a:extLst>
          </p:cNvPr>
          <p:cNvGrpSpPr/>
          <p:nvPr/>
        </p:nvGrpSpPr>
        <p:grpSpPr>
          <a:xfrm>
            <a:off x="222689" y="3511099"/>
            <a:ext cx="7686203" cy="3122095"/>
            <a:chOff x="1857627" y="3392980"/>
            <a:chExt cx="7686203" cy="3122095"/>
          </a:xfrm>
        </p:grpSpPr>
        <p:grpSp>
          <p:nvGrpSpPr>
            <p:cNvPr id="45" name="Group 44"/>
            <p:cNvGrpSpPr/>
            <p:nvPr/>
          </p:nvGrpSpPr>
          <p:grpSpPr>
            <a:xfrm>
              <a:off x="5665331" y="4407098"/>
              <a:ext cx="1152128" cy="1368152"/>
              <a:chOff x="2503140" y="2852936"/>
              <a:chExt cx="1440160" cy="1368152"/>
            </a:xfrm>
          </p:grpSpPr>
          <p:cxnSp>
            <p:nvCxnSpPr>
              <p:cNvPr id="47" name="Straight Connector 46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" name="Straight Connector 48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52" name="TextBox 51"/>
            <p:cNvSpPr txBox="1"/>
            <p:nvPr/>
          </p:nvSpPr>
          <p:spPr>
            <a:xfrm>
              <a:off x="5639832" y="3392980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Vcc = 5v</a:t>
              </a:r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>
              <a:off x="6241397" y="3641721"/>
              <a:ext cx="0" cy="112541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55" name="Group 54"/>
            <p:cNvGrpSpPr/>
            <p:nvPr/>
          </p:nvGrpSpPr>
          <p:grpSpPr>
            <a:xfrm>
              <a:off x="6313403" y="5343202"/>
              <a:ext cx="279648" cy="288032"/>
              <a:chOff x="3079204" y="2996952"/>
              <a:chExt cx="279648" cy="288032"/>
            </a:xfrm>
          </p:grpSpPr>
          <p:cxnSp>
            <p:nvCxnSpPr>
              <p:cNvPr id="59" name="Straight Connector 58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61" name="Group 60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4" name="Straight Connector 63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5" name="Straight Connector 64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66" name="TextBox 65"/>
            <p:cNvSpPr txBox="1"/>
            <p:nvPr/>
          </p:nvSpPr>
          <p:spPr>
            <a:xfrm>
              <a:off x="5651801" y="4551114"/>
              <a:ext cx="373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5737339" y="5415210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H="1">
              <a:off x="5305291" y="4767138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5305291" y="5415210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6817459" y="5127178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V="1">
              <a:off x="6961475" y="5127178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V="1">
              <a:off x="5305291" y="5415210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6" name="Straight Connector 75"/>
            <p:cNvCxnSpPr/>
            <p:nvPr/>
          </p:nvCxnSpPr>
          <p:spPr bwMode="auto">
            <a:xfrm flipH="1">
              <a:off x="4042439" y="4767138"/>
              <a:ext cx="1334860" cy="4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7" name="Oval 76"/>
            <p:cNvSpPr/>
            <p:nvPr/>
          </p:nvSpPr>
          <p:spPr bwMode="auto">
            <a:xfrm>
              <a:off x="3754407" y="5199186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Verdana"/>
                <a:cs typeface="Verdana"/>
              </a:endParaRPr>
            </a:p>
          </p:txBody>
        </p:sp>
        <p:pic>
          <p:nvPicPr>
            <p:cNvPr id="78" name="Picture 77"/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02863" y="5271194"/>
              <a:ext cx="283592" cy="293720"/>
            </a:xfrm>
            <a:prstGeom prst="rect">
              <a:avLst/>
            </a:prstGeom>
          </p:spPr>
        </p:pic>
        <p:cxnSp>
          <p:nvCxnSpPr>
            <p:cNvPr id="80" name="Straight Connector 79"/>
            <p:cNvCxnSpPr/>
            <p:nvPr/>
          </p:nvCxnSpPr>
          <p:spPr bwMode="auto">
            <a:xfrm>
              <a:off x="4042439" y="4767138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1" name="Group 80"/>
            <p:cNvGrpSpPr/>
            <p:nvPr/>
          </p:nvGrpSpPr>
          <p:grpSpPr>
            <a:xfrm>
              <a:off x="3898423" y="5703242"/>
              <a:ext cx="279648" cy="288032"/>
              <a:chOff x="3079204" y="2996952"/>
              <a:chExt cx="279648" cy="288032"/>
            </a:xfrm>
          </p:grpSpPr>
          <p:cxnSp>
            <p:nvCxnSpPr>
              <p:cNvPr id="82" name="Straight Connector 81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83" name="Group 82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84" name="Straight Connector 83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6" name="Straight Connector 85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88" name="Oval 87"/>
            <p:cNvSpPr/>
            <p:nvPr/>
          </p:nvSpPr>
          <p:spPr bwMode="auto">
            <a:xfrm>
              <a:off x="7609547" y="5055170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Verdana"/>
                <a:cs typeface="Verdan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537539" y="4623122"/>
              <a:ext cx="47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/>
                  <a:cs typeface="Verdana"/>
                </a:rPr>
                <a:t>Vo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543558" y="458247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/>
                  <a:cs typeface="Verdana"/>
                </a:rPr>
                <a:t>V</a:t>
              </a:r>
              <a:r>
                <a:rPr lang="en-US" baseline="-25000" dirty="0">
                  <a:latin typeface="Verdana"/>
                  <a:cs typeface="Verdana"/>
                </a:rPr>
                <a:t>G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5305291" y="5919266"/>
              <a:ext cx="1656184" cy="595809"/>
              <a:chOff x="3354361" y="3248980"/>
              <a:chExt cx="1656184" cy="595809"/>
            </a:xfrm>
          </p:grpSpPr>
          <p:sp>
            <p:nvSpPr>
              <p:cNvPr id="70" name="Rectangle 69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latin typeface="Verdana"/>
                    <a:cs typeface="Verdana"/>
                  </a:rPr>
                  <a:t>R2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75" name="Straight Connector 74"/>
              <p:cNvCxnSpPr>
                <a:stCxn id="70" idx="1"/>
              </p:cNvCxnSpPr>
              <p:nvPr/>
            </p:nvCxnSpPr>
            <p:spPr bwMode="auto">
              <a:xfrm flipH="1">
                <a:off x="3354361" y="3392996"/>
                <a:ext cx="79208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92" name="TextBox 91"/>
              <p:cNvSpPr txBox="1"/>
              <p:nvPr/>
            </p:nvSpPr>
            <p:spPr>
              <a:xfrm>
                <a:off x="4146449" y="3537012"/>
                <a:ext cx="6319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6241395" y="4191074"/>
              <a:ext cx="785675" cy="648071"/>
              <a:chOff x="2575148" y="1844825"/>
              <a:chExt cx="785675" cy="648071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2575148" y="1844825"/>
                <a:ext cx="785675" cy="504056"/>
                <a:chOff x="3511253" y="2048847"/>
                <a:chExt cx="785675" cy="588065"/>
              </a:xfrm>
            </p:grpSpPr>
            <p:grpSp>
              <p:nvGrpSpPr>
                <p:cNvPr id="102" name="Group 101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104" name="Straight Connector 103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5" name="Straight Connector 104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6" name="Straight Connector 105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7" name="Straight Connector 106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8" name="Straight Connector 107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03" name="TextBox 102"/>
                <p:cNvSpPr txBox="1"/>
                <p:nvPr/>
              </p:nvSpPr>
              <p:spPr>
                <a:xfrm>
                  <a:off x="3772425" y="2048847"/>
                  <a:ext cx="524503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Verdana"/>
                      <a:cs typeface="Verdana"/>
                    </a:rPr>
                    <a:t>0.1</a:t>
                  </a:r>
                  <a:r>
                    <a:rPr lang="en-US" sz="1200" dirty="0">
                      <a:latin typeface="Symbol" charset="2"/>
                      <a:cs typeface="Symbol" charset="2"/>
                    </a:rPr>
                    <a:t>m</a:t>
                  </a:r>
                </a:p>
              </p:txBody>
            </p:sp>
          </p:grpSp>
          <p:grpSp>
            <p:nvGrpSpPr>
              <p:cNvPr id="96" name="Group 95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97" name="Straight Connector 96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98" name="Group 97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99" name="Straight Connector 98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0" name="Straight Connector 99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1" name="Straight Connector 100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110" name="TextBox 109"/>
            <p:cNvSpPr txBox="1"/>
            <p:nvPr/>
          </p:nvSpPr>
          <p:spPr>
            <a:xfrm>
              <a:off x="5622322" y="4963417"/>
              <a:ext cx="11480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½ </a:t>
              </a:r>
              <a:r>
                <a:rPr lang="en-US" sz="1200" dirty="0">
                  <a:latin typeface="Verdana"/>
                  <a:cs typeface="Verdana"/>
                </a:rPr>
                <a:t>MCP6002</a:t>
              </a:r>
              <a:endParaRPr lang="en-US" sz="1400" dirty="0">
                <a:latin typeface="Verdana"/>
                <a:cs typeface="Verdana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953363" y="4407098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385411" y="5271194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4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745451" y="4839146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1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377299" y="5127178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377299" y="4479106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3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640677" y="4426843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C1</a:t>
              </a:r>
            </a:p>
          </p:txBody>
        </p:sp>
        <p:sp>
          <p:nvSpPr>
            <p:cNvPr id="150" name="Oval 149"/>
            <p:cNvSpPr/>
            <p:nvPr/>
          </p:nvSpPr>
          <p:spPr>
            <a:xfrm>
              <a:off x="6211004" y="4226345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/>
            <p:cNvSpPr/>
            <p:nvPr/>
          </p:nvSpPr>
          <p:spPr>
            <a:xfrm>
              <a:off x="6921846" y="5102846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027950" y="3997157"/>
              <a:ext cx="840413" cy="1062176"/>
              <a:chOff x="5503949" y="3915469"/>
              <a:chExt cx="840413" cy="1062176"/>
            </a:xfrm>
          </p:grpSpPr>
          <p:sp>
            <p:nvSpPr>
              <p:cNvPr id="154" name="TextBox 153"/>
              <p:cNvSpPr txBox="1"/>
              <p:nvPr/>
            </p:nvSpPr>
            <p:spPr>
              <a:xfrm>
                <a:off x="5582637" y="3915469"/>
                <a:ext cx="761725" cy="307777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Verdana"/>
                    <a:cs typeface="Verdana"/>
                  </a:rPr>
                  <a:t>Pin 1</a:t>
                </a:r>
              </a:p>
            </p:txBody>
          </p:sp>
          <p:cxnSp>
            <p:nvCxnSpPr>
              <p:cNvPr id="155" name="Straight Connector 154"/>
              <p:cNvCxnSpPr>
                <a:endCxn id="114" idx="3"/>
              </p:cNvCxnSpPr>
              <p:nvPr/>
            </p:nvCxnSpPr>
            <p:spPr>
              <a:xfrm flipH="1">
                <a:off x="5503949" y="4299818"/>
                <a:ext cx="331104" cy="677827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6664595" y="3802277"/>
              <a:ext cx="2879235" cy="2447267"/>
              <a:chOff x="4896348" y="2472296"/>
              <a:chExt cx="2879235" cy="2447267"/>
            </a:xfrm>
          </p:grpSpPr>
          <p:pic>
            <p:nvPicPr>
              <p:cNvPr id="156" name="Picture 155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35716" y="2472296"/>
                <a:ext cx="977124" cy="1874667"/>
              </a:xfrm>
              <a:prstGeom prst="rect">
                <a:avLst/>
              </a:prstGeom>
              <a:noFill/>
              <a:ln>
                <a:noFill/>
              </a:ln>
              <a:extLst>
                <a:ext uri="{FAA26D3D-D897-4be2-8F04-BA451C77F1D7}">
                  <ma14:placeholderFlag xmlns="" xmlns:ma14="http://schemas.microsoft.com/office/mac/drawingml/2011/main"/>
                </a:ext>
              </a:extLst>
            </p:spPr>
          </p:pic>
          <p:cxnSp>
            <p:nvCxnSpPr>
              <p:cNvPr id="157" name="Straight Connector 156"/>
              <p:cNvCxnSpPr/>
              <p:nvPr/>
            </p:nvCxnSpPr>
            <p:spPr>
              <a:xfrm flipH="1">
                <a:off x="4896348" y="3588869"/>
                <a:ext cx="2101953" cy="1049701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/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TextBox 157"/>
              <p:cNvSpPr txBox="1"/>
              <p:nvPr/>
            </p:nvSpPr>
            <p:spPr>
              <a:xfrm>
                <a:off x="5719254" y="4457898"/>
                <a:ext cx="2056329" cy="46166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Verdana"/>
                    <a:cs typeface="Verdana"/>
                  </a:rPr>
                  <a:t>Mount resistor on adjacent pins vertically</a:t>
                </a:r>
              </a:p>
            </p:txBody>
          </p:sp>
        </p:grp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22EA4815-F44E-F547-BEE3-CFE2AD46F3F5}"/>
                </a:ext>
              </a:extLst>
            </p:cNvPr>
            <p:cNvSpPr txBox="1"/>
            <p:nvPr/>
          </p:nvSpPr>
          <p:spPr>
            <a:xfrm>
              <a:off x="1857627" y="5076894"/>
              <a:ext cx="1741014" cy="60016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10kHz sine wave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1V peak-to-peak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1V DC offset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A144FBC6-EEF7-644E-88DE-5C05D76A35C6}"/>
                </a:ext>
              </a:extLst>
            </p:cNvPr>
            <p:cNvGrpSpPr/>
            <p:nvPr/>
          </p:nvGrpSpPr>
          <p:grpSpPr>
            <a:xfrm rot="16200000">
              <a:off x="4019606" y="5063298"/>
              <a:ext cx="1188131" cy="595808"/>
              <a:chOff x="3822414" y="2941204"/>
              <a:chExt cx="1188131" cy="595808"/>
            </a:xfrm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C4E1CDC2-9571-C24A-997E-356D12C66625}"/>
                  </a:ext>
                </a:extLst>
              </p:cNvPr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Verdana"/>
                    <a:cs typeface="Verdana"/>
                  </a:rPr>
                  <a:t>R3</a:t>
                </a:r>
              </a:p>
            </p:txBody>
          </p: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5904214D-E701-CC4B-A0D1-EE788BDFFAAB}"/>
                  </a:ext>
                </a:extLst>
              </p:cNvPr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A188AF20-BC08-0F4E-9F25-9C80F85EC153}"/>
                  </a:ext>
                </a:extLst>
              </p:cNvPr>
              <p:cNvCxnSpPr>
                <a:stCxn id="218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F2F47EA1-904E-1B4D-8ABF-A5D017156813}"/>
                  </a:ext>
                </a:extLst>
              </p:cNvPr>
              <p:cNvSpPr txBox="1"/>
              <p:nvPr/>
            </p:nvSpPr>
            <p:spPr>
              <a:xfrm>
                <a:off x="4073400" y="2941204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D38145D6-029D-C149-A308-5F48F613F592}"/>
                </a:ext>
              </a:extLst>
            </p:cNvPr>
            <p:cNvGrpSpPr/>
            <p:nvPr/>
          </p:nvGrpSpPr>
          <p:grpSpPr>
            <a:xfrm>
              <a:off x="4623544" y="5919266"/>
              <a:ext cx="279648" cy="288032"/>
              <a:chOff x="3079204" y="2996952"/>
              <a:chExt cx="279648" cy="288032"/>
            </a:xfrm>
          </p:grpSpPr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784FD699-8B29-F046-8B12-7224C80378BA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0868D186-ACE5-C24C-AF1F-53544B1E80D1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043B2FA1-76E7-804B-92FF-5557A3CAB9FF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E7A1761C-60C7-F145-A53A-3B0DF76AC728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29436672-9797-384B-8398-2BE38776582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0E596C37-46BD-5D40-86E1-5F1DEF47DE73}"/>
                </a:ext>
              </a:extLst>
            </p:cNvPr>
            <p:cNvSpPr/>
            <p:nvPr/>
          </p:nvSpPr>
          <p:spPr>
            <a:xfrm>
              <a:off x="4737471" y="4738694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BE13C09-266C-394C-86A5-D87787631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586" y="310978"/>
            <a:ext cx="4599472" cy="1001011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7D2A32E-9991-6D4E-9A9E-CFD233DBB3B2}"/>
              </a:ext>
            </a:extLst>
          </p:cNvPr>
          <p:cNvSpPr txBox="1"/>
          <p:nvPr/>
        </p:nvSpPr>
        <p:spPr>
          <a:xfrm>
            <a:off x="5919755" y="4735340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381637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6130462" y="1673663"/>
            <a:ext cx="1152128" cy="1368152"/>
            <a:chOff x="2503140" y="2852936"/>
            <a:chExt cx="1440160" cy="1368152"/>
          </a:xfrm>
        </p:grpSpPr>
        <p:cxnSp>
          <p:nvCxnSpPr>
            <p:cNvPr id="47" name="Straight Connector 46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2" name="TextBox 51"/>
          <p:cNvSpPr txBox="1"/>
          <p:nvPr/>
        </p:nvSpPr>
        <p:spPr>
          <a:xfrm>
            <a:off x="6104964" y="811996"/>
            <a:ext cx="100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Vcc = 5v</a:t>
            </a:r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6705752" y="1080283"/>
            <a:ext cx="776" cy="9534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6778534" y="2609767"/>
            <a:ext cx="279648" cy="288032"/>
            <a:chOff x="3079204" y="2996952"/>
            <a:chExt cx="279648" cy="288032"/>
          </a:xfrm>
        </p:grpSpPr>
        <p:cxnSp>
          <p:nvCxnSpPr>
            <p:cNvPr id="59" name="Straight Connector 58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61" name="Group 6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66" name="TextBox 65"/>
          <p:cNvSpPr txBox="1"/>
          <p:nvPr/>
        </p:nvSpPr>
        <p:spPr>
          <a:xfrm>
            <a:off x="6116932" y="1817679"/>
            <a:ext cx="373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67" name="Straight Connector 66"/>
          <p:cNvCxnSpPr/>
          <p:nvPr/>
        </p:nvCxnSpPr>
        <p:spPr bwMode="auto">
          <a:xfrm flipH="1">
            <a:off x="6202470" y="26817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5770422" y="2033703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 flipH="1">
            <a:off x="5770422" y="26817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7282590" y="239374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7426606" y="239374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 flipV="1">
            <a:off x="5770422" y="268177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4507570" y="2033704"/>
            <a:ext cx="1334860" cy="41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7" name="Oval 76"/>
          <p:cNvSpPr/>
          <p:nvPr/>
        </p:nvSpPr>
        <p:spPr bwMode="auto">
          <a:xfrm>
            <a:off x="4219538" y="2465751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Verdana"/>
              <a:cs typeface="Verdana"/>
            </a:endParaRP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67994" y="2537759"/>
            <a:ext cx="283592" cy="293720"/>
          </a:xfrm>
          <a:prstGeom prst="rect">
            <a:avLst/>
          </a:prstGeom>
        </p:spPr>
      </p:pic>
      <p:cxnSp>
        <p:nvCxnSpPr>
          <p:cNvPr id="80" name="Straight Connector 79"/>
          <p:cNvCxnSpPr/>
          <p:nvPr/>
        </p:nvCxnSpPr>
        <p:spPr bwMode="auto">
          <a:xfrm>
            <a:off x="4507570" y="2033703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4363554" y="2969807"/>
            <a:ext cx="279648" cy="288032"/>
            <a:chOff x="3079204" y="2996952"/>
            <a:chExt cx="279648" cy="288032"/>
          </a:xfrm>
        </p:grpSpPr>
        <p:cxnSp>
          <p:nvCxnSpPr>
            <p:cNvPr id="82" name="Straight Connector 81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3" name="Group 82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6" name="Straight Connector 8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7" name="Straight Connector 8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88" name="Oval 87"/>
          <p:cNvSpPr/>
          <p:nvPr/>
        </p:nvSpPr>
        <p:spPr bwMode="auto">
          <a:xfrm>
            <a:off x="8074678" y="232173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Verdana"/>
              <a:cs typeface="Verdan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002670" y="1889687"/>
            <a:ext cx="47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/>
                <a:cs typeface="Verdana"/>
              </a:rPr>
              <a:t>Vo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08689" y="18490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/>
                <a:cs typeface="Verdana"/>
              </a:rPr>
              <a:t>V</a:t>
            </a:r>
            <a:r>
              <a:rPr lang="en-US" baseline="-25000" dirty="0">
                <a:latin typeface="Verdana"/>
                <a:cs typeface="Verdana"/>
              </a:rPr>
              <a:t>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770422" y="3185832"/>
            <a:ext cx="1656184" cy="595809"/>
            <a:chOff x="3354361" y="3248980"/>
            <a:chExt cx="1656184" cy="595809"/>
          </a:xfrm>
        </p:grpSpPr>
        <p:sp>
          <p:nvSpPr>
            <p:cNvPr id="70" name="Rectangle 69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Verdana"/>
                  <a:cs typeface="Verdana"/>
                </a:rPr>
                <a:t>R2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>
              <a:stCxn id="70" idx="1"/>
            </p:cNvCxnSpPr>
            <p:nvPr/>
          </p:nvCxnSpPr>
          <p:spPr bwMode="auto">
            <a:xfrm flipH="1">
              <a:off x="3354361" y="3392996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706527" y="1457640"/>
            <a:ext cx="785675" cy="648071"/>
            <a:chOff x="2575148" y="1844825"/>
            <a:chExt cx="785675" cy="648071"/>
          </a:xfrm>
        </p:grpSpPr>
        <p:grpSp>
          <p:nvGrpSpPr>
            <p:cNvPr id="94" name="Group 93"/>
            <p:cNvGrpSpPr/>
            <p:nvPr/>
          </p:nvGrpSpPr>
          <p:grpSpPr>
            <a:xfrm>
              <a:off x="2575148" y="1844825"/>
              <a:ext cx="785675" cy="504056"/>
              <a:chOff x="3511253" y="2048847"/>
              <a:chExt cx="785675" cy="588065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3" name="TextBox 102"/>
              <p:cNvSpPr txBox="1"/>
              <p:nvPr/>
            </p:nvSpPr>
            <p:spPr>
              <a:xfrm>
                <a:off x="3772425" y="2048847"/>
                <a:ext cx="524503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Verdana"/>
                    <a:cs typeface="Verdana"/>
                  </a:rPr>
                  <a:t>0.1</a:t>
                </a:r>
                <a:r>
                  <a:rPr lang="en-US" sz="1200" dirty="0">
                    <a:latin typeface="Symbol" charset="2"/>
                    <a:cs typeface="Symbol" charset="2"/>
                  </a:rPr>
                  <a:t>m</a:t>
                </a: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8" name="Group 97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1" name="Straight Connector 100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10" name="TextBox 109"/>
          <p:cNvSpPr txBox="1"/>
          <p:nvPr/>
        </p:nvSpPr>
        <p:spPr>
          <a:xfrm>
            <a:off x="6087454" y="2229983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½ </a:t>
            </a:r>
            <a:r>
              <a:rPr lang="en-US" sz="1200" dirty="0">
                <a:latin typeface="Verdana"/>
                <a:cs typeface="Verdana"/>
              </a:rPr>
              <a:t>MCP6002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418494" y="167366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0542" y="2537760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10583" y="2105712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42431" y="2393744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42431" y="1745672"/>
            <a:ext cx="28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Verdana"/>
                <a:cs typeface="Verdana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05809" y="1693409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C1</a:t>
            </a:r>
          </a:p>
        </p:txBody>
      </p:sp>
      <p:grpSp>
        <p:nvGrpSpPr>
          <p:cNvPr id="138" name="Group 137"/>
          <p:cNvGrpSpPr/>
          <p:nvPr/>
        </p:nvGrpSpPr>
        <p:grpSpPr>
          <a:xfrm rot="16200000">
            <a:off x="4671329" y="2329865"/>
            <a:ext cx="1188131" cy="595808"/>
            <a:chOff x="3822414" y="2941204"/>
            <a:chExt cx="1188131" cy="595808"/>
          </a:xfrm>
        </p:grpSpPr>
        <p:sp>
          <p:nvSpPr>
            <p:cNvPr id="139" name="Rectangle 138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Verdana"/>
                  <a:cs typeface="Verdana"/>
                </a:rPr>
                <a:t>R3</a:t>
              </a:r>
            </a:p>
          </p:txBody>
        </p:sp>
        <p:cxnSp>
          <p:nvCxnSpPr>
            <p:cNvPr id="140" name="Straight Connector 139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1" name="Straight Connector 140"/>
            <p:cNvCxnSpPr>
              <a:stCxn id="139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2" name="TextBox 141"/>
            <p:cNvSpPr txBox="1"/>
            <p:nvPr/>
          </p:nvSpPr>
          <p:spPr>
            <a:xfrm>
              <a:off x="4073400" y="2941204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200k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5275264" y="3221835"/>
            <a:ext cx="279648" cy="288032"/>
            <a:chOff x="3079204" y="2996952"/>
            <a:chExt cx="279648" cy="288032"/>
          </a:xfrm>
        </p:grpSpPr>
        <p:cxnSp>
          <p:nvCxnSpPr>
            <p:cNvPr id="144" name="Straight Connector 143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5" name="Group 144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50" name="Oval 149"/>
          <p:cNvSpPr/>
          <p:nvPr/>
        </p:nvSpPr>
        <p:spPr>
          <a:xfrm>
            <a:off x="6666900" y="14929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Oval 150"/>
          <p:cNvSpPr/>
          <p:nvPr/>
        </p:nvSpPr>
        <p:spPr>
          <a:xfrm>
            <a:off x="5383124" y="2006306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Oval 151"/>
          <p:cNvSpPr/>
          <p:nvPr/>
        </p:nvSpPr>
        <p:spPr>
          <a:xfrm>
            <a:off x="7386978" y="236941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 rot="16200000">
            <a:off x="5029699" y="3477086"/>
            <a:ext cx="1188131" cy="595808"/>
            <a:chOff x="3822414" y="2941204"/>
            <a:chExt cx="1188131" cy="595808"/>
          </a:xfrm>
        </p:grpSpPr>
        <p:sp>
          <p:nvSpPr>
            <p:cNvPr id="95" name="Rectangle 94"/>
            <p:cNvSpPr/>
            <p:nvPr/>
          </p:nvSpPr>
          <p:spPr bwMode="auto">
            <a:xfrm>
              <a:off x="4146449" y="324898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R1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>
              <a:stCxn id="95" idx="1"/>
            </p:cNvCxnSpPr>
            <p:nvPr/>
          </p:nvCxnSpPr>
          <p:spPr bwMode="auto">
            <a:xfrm rot="5400000" flipH="1">
              <a:off x="3984431" y="3230978"/>
              <a:ext cx="1" cy="3240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5" name="TextBox 114"/>
            <p:cNvSpPr txBox="1"/>
            <p:nvPr/>
          </p:nvSpPr>
          <p:spPr>
            <a:xfrm>
              <a:off x="4131108" y="2941204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68k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644586" y="4118070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1" name="Group 120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28" name="Oval 127"/>
          <p:cNvSpPr/>
          <p:nvPr/>
        </p:nvSpPr>
        <p:spPr>
          <a:xfrm>
            <a:off x="5724736" y="329311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86ACD88-55D2-B44A-81C2-05E857D4F84B}"/>
              </a:ext>
            </a:extLst>
          </p:cNvPr>
          <p:cNvSpPr txBox="1"/>
          <p:nvPr/>
        </p:nvSpPr>
        <p:spPr>
          <a:xfrm>
            <a:off x="2262500" y="2459653"/>
            <a:ext cx="1741014" cy="6001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10kHz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1V DC offset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79D2862-DDC4-3B44-9B68-25409CCFA4C5}"/>
              </a:ext>
            </a:extLst>
          </p:cNvPr>
          <p:cNvSpPr txBox="1"/>
          <p:nvPr/>
        </p:nvSpPr>
        <p:spPr>
          <a:xfrm>
            <a:off x="8012127" y="1900430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381772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17F733E-E04D-6544-A630-7EBCEFB3E4EE}"/>
              </a:ext>
            </a:extLst>
          </p:cNvPr>
          <p:cNvGrpSpPr/>
          <p:nvPr/>
        </p:nvGrpSpPr>
        <p:grpSpPr>
          <a:xfrm>
            <a:off x="3968264" y="4484058"/>
            <a:ext cx="1522419" cy="1650593"/>
            <a:chOff x="3968264" y="4434363"/>
            <a:chExt cx="1522419" cy="1650593"/>
          </a:xfrm>
        </p:grpSpPr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2097FE77-857F-ED43-BCFC-CCD30DE69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8264" y="4716809"/>
              <a:ext cx="1522419" cy="1368147"/>
            </a:xfrm>
            <a:prstGeom prst="rect">
              <a:avLst/>
            </a:prstGeom>
          </p:spPr>
        </p:pic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8298947-6FBF-A14B-8300-7CF436609FA4}"/>
                </a:ext>
              </a:extLst>
            </p:cNvPr>
            <p:cNvSpPr txBox="1"/>
            <p:nvPr/>
          </p:nvSpPr>
          <p:spPr>
            <a:xfrm>
              <a:off x="4261752" y="4434363"/>
              <a:ext cx="8082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AP431i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A37A3F3-93D7-ED43-8969-B4D1867DB517}"/>
              </a:ext>
            </a:extLst>
          </p:cNvPr>
          <p:cNvGrpSpPr/>
          <p:nvPr/>
        </p:nvGrpSpPr>
        <p:grpSpPr>
          <a:xfrm>
            <a:off x="573796" y="4287779"/>
            <a:ext cx="3558252" cy="2201564"/>
            <a:chOff x="573796" y="4238084"/>
            <a:chExt cx="3558252" cy="2201564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7B675BA4-7B07-BE41-978C-2A630B1D9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3916" y="5318204"/>
              <a:ext cx="763681" cy="792088"/>
            </a:xfrm>
            <a:prstGeom prst="rect">
              <a:avLst/>
            </a:prstGeom>
          </p:spPr>
        </p:pic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E082399-3801-EE4C-887E-19B96281702D}"/>
                </a:ext>
              </a:extLst>
            </p:cNvPr>
            <p:cNvCxnSpPr/>
            <p:nvPr/>
          </p:nvCxnSpPr>
          <p:spPr bwMode="auto">
            <a:xfrm flipV="1">
              <a:off x="2157972" y="4670132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9599D64-154C-A342-86FE-BA78F0943648}"/>
                </a:ext>
              </a:extLst>
            </p:cNvPr>
            <p:cNvCxnSpPr/>
            <p:nvPr/>
          </p:nvCxnSpPr>
          <p:spPr bwMode="auto">
            <a:xfrm flipV="1">
              <a:off x="1653916" y="5102180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AB8413C-220A-764F-A745-80014A5A28DC}"/>
                </a:ext>
              </a:extLst>
            </p:cNvPr>
            <p:cNvCxnSpPr/>
            <p:nvPr/>
          </p:nvCxnSpPr>
          <p:spPr bwMode="auto">
            <a:xfrm flipH="1">
              <a:off x="1653916" y="5102180"/>
              <a:ext cx="50405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F466CBA-5936-AB49-9F24-A1846975F850}"/>
                </a:ext>
              </a:extLst>
            </p:cNvPr>
            <p:cNvSpPr/>
            <p:nvPr/>
          </p:nvSpPr>
          <p:spPr bwMode="auto">
            <a:xfrm>
              <a:off x="1293876" y="4526116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rPr>
                <a:t>R4</a:t>
              </a:r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DBCCEF5-6C06-E846-AA44-4F051354BD79}"/>
                </a:ext>
              </a:extLst>
            </p:cNvPr>
            <p:cNvCxnSpPr/>
            <p:nvPr/>
          </p:nvCxnSpPr>
          <p:spPr bwMode="auto">
            <a:xfrm flipH="1">
              <a:off x="1797932" y="4670132"/>
              <a:ext cx="86409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715BA1F-38FA-8D47-ABB1-1D00A8BD0DCF}"/>
                </a:ext>
              </a:extLst>
            </p:cNvPr>
            <p:cNvCxnSpPr>
              <a:stCxn id="127" idx="1"/>
            </p:cNvCxnSpPr>
            <p:nvPr/>
          </p:nvCxnSpPr>
          <p:spPr bwMode="auto">
            <a:xfrm flipH="1">
              <a:off x="789820" y="4670132"/>
              <a:ext cx="50405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EE09363-7ADA-7740-904A-A6FB9028F111}"/>
                </a:ext>
              </a:extLst>
            </p:cNvPr>
            <p:cNvSpPr txBox="1"/>
            <p:nvPr/>
          </p:nvSpPr>
          <p:spPr>
            <a:xfrm>
              <a:off x="1293876" y="4238084"/>
              <a:ext cx="526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220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674DCB8-713F-1F41-8479-94514FE889C6}"/>
                </a:ext>
              </a:extLst>
            </p:cNvPr>
            <p:cNvSpPr txBox="1"/>
            <p:nvPr/>
          </p:nvSpPr>
          <p:spPr>
            <a:xfrm>
              <a:off x="573796" y="4382100"/>
              <a:ext cx="402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5V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0A35C2D2-0E2C-9642-8A2C-5FC94683AD6F}"/>
                </a:ext>
              </a:extLst>
            </p:cNvPr>
            <p:cNvSpPr/>
            <p:nvPr/>
          </p:nvSpPr>
          <p:spPr bwMode="auto">
            <a:xfrm>
              <a:off x="2662028" y="4598124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4B668E60-A9AB-2E4F-8FC8-90C8654B47FB}"/>
                </a:ext>
              </a:extLst>
            </p:cNvPr>
            <p:cNvGrpSpPr/>
            <p:nvPr/>
          </p:nvGrpSpPr>
          <p:grpSpPr>
            <a:xfrm>
              <a:off x="2013956" y="6110292"/>
              <a:ext cx="288032" cy="288032"/>
              <a:chOff x="3079204" y="2996952"/>
              <a:chExt cx="279648" cy="288032"/>
            </a:xfrm>
          </p:grpSpPr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ACF8C2A8-C21A-3642-BA71-4FDFE644C57F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350CA929-254A-8547-B74F-A0145695ECEE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6E7339AE-93CF-CB41-A1F2-C812E29E5865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04255345-3F5C-804A-A480-8F813A9A24E9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519F8334-6284-154C-9780-BE94CA507148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EBD8D1A-351A-E544-8DC5-79389B2157A9}"/>
                </a:ext>
              </a:extLst>
            </p:cNvPr>
            <p:cNvSpPr txBox="1"/>
            <p:nvPr/>
          </p:nvSpPr>
          <p:spPr>
            <a:xfrm>
              <a:off x="2806044" y="4382100"/>
              <a:ext cx="13260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2.5V reference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604A149-54F0-BC42-BB93-4390A2FCBDB3}"/>
                </a:ext>
              </a:extLst>
            </p:cNvPr>
            <p:cNvSpPr txBox="1"/>
            <p:nvPr/>
          </p:nvSpPr>
          <p:spPr>
            <a:xfrm>
              <a:off x="2157972" y="5257229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cathode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158C45C-0011-2C46-A86F-5133D53DFE8B}"/>
                </a:ext>
              </a:extLst>
            </p:cNvPr>
            <p:cNvSpPr txBox="1"/>
            <p:nvPr/>
          </p:nvSpPr>
          <p:spPr>
            <a:xfrm>
              <a:off x="2157972" y="5894268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anode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AC0FB60-BE5C-C848-87BC-32DA40196AD1}"/>
                </a:ext>
              </a:extLst>
            </p:cNvPr>
            <p:cNvSpPr txBox="1"/>
            <p:nvPr/>
          </p:nvSpPr>
          <p:spPr>
            <a:xfrm>
              <a:off x="1293876" y="5606236"/>
              <a:ext cx="39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ref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731641B2-831F-624C-BDD5-FF78C91B8FFA}"/>
                </a:ext>
              </a:extLst>
            </p:cNvPr>
            <p:cNvSpPr/>
            <p:nvPr/>
          </p:nvSpPr>
          <p:spPr bwMode="auto">
            <a:xfrm>
              <a:off x="1797932" y="5246196"/>
              <a:ext cx="1152128" cy="93610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FD66670-6488-7044-96AE-AF254F51EE43}"/>
                </a:ext>
              </a:extLst>
            </p:cNvPr>
            <p:cNvSpPr txBox="1"/>
            <p:nvPr/>
          </p:nvSpPr>
          <p:spPr>
            <a:xfrm>
              <a:off x="1548763" y="5734910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1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A2332729-B0CA-3943-B208-9E25B7CE77C2}"/>
                </a:ext>
              </a:extLst>
            </p:cNvPr>
            <p:cNvSpPr txBox="1"/>
            <p:nvPr/>
          </p:nvSpPr>
          <p:spPr>
            <a:xfrm>
              <a:off x="2238353" y="6162649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2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EC385C7-3FAC-1941-94D3-D7BEDAB208C7}"/>
                </a:ext>
              </a:extLst>
            </p:cNvPr>
            <p:cNvSpPr txBox="1"/>
            <p:nvPr/>
          </p:nvSpPr>
          <p:spPr>
            <a:xfrm>
              <a:off x="2164984" y="5013405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3</a:t>
              </a:r>
              <a:endParaRPr lang="en-US" sz="1200" dirty="0">
                <a:latin typeface="Symbol" charset="2"/>
                <a:cs typeface="Symbol" charset="2"/>
              </a:endParaRP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451D1A11-5F25-FC41-BEF2-5AFD12DBEB19}"/>
                </a:ext>
              </a:extLst>
            </p:cNvPr>
            <p:cNvSpPr/>
            <p:nvPr/>
          </p:nvSpPr>
          <p:spPr>
            <a:xfrm>
              <a:off x="2130721" y="5063582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DC7EEF94-6D68-C94D-AF35-911F3D4D5DAB}"/>
                </a:ext>
              </a:extLst>
            </p:cNvPr>
            <p:cNvSpPr/>
            <p:nvPr/>
          </p:nvSpPr>
          <p:spPr>
            <a:xfrm>
              <a:off x="2126103" y="4643335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B95E9A52-9B74-E249-B278-422890884795}"/>
                </a:ext>
              </a:extLst>
            </p:cNvPr>
            <p:cNvSpPr txBox="1"/>
            <p:nvPr/>
          </p:nvSpPr>
          <p:spPr>
            <a:xfrm>
              <a:off x="2419947" y="4955695"/>
              <a:ext cx="8082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AP431i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3E6F8D0-2F5C-489C-72B6-B87C7E772451}"/>
              </a:ext>
            </a:extLst>
          </p:cNvPr>
          <p:cNvGrpSpPr/>
          <p:nvPr/>
        </p:nvGrpSpPr>
        <p:grpSpPr>
          <a:xfrm>
            <a:off x="4665869" y="239400"/>
            <a:ext cx="6878706" cy="3890821"/>
            <a:chOff x="3157133" y="885443"/>
            <a:chExt cx="6878706" cy="3890821"/>
          </a:xfrm>
        </p:grpSpPr>
        <p:grpSp>
          <p:nvGrpSpPr>
            <p:cNvPr id="45" name="Group 44"/>
            <p:cNvGrpSpPr/>
            <p:nvPr/>
          </p:nvGrpSpPr>
          <p:grpSpPr>
            <a:xfrm>
              <a:off x="7739344" y="1745671"/>
              <a:ext cx="1152128" cy="1368152"/>
              <a:chOff x="2503140" y="2852936"/>
              <a:chExt cx="1440160" cy="1368152"/>
            </a:xfrm>
          </p:grpSpPr>
          <p:cxnSp>
            <p:nvCxnSpPr>
              <p:cNvPr id="47" name="Straight Connector 46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9" name="Straight Connector 48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1" name="Straight Connector 50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52" name="TextBox 51"/>
            <p:cNvSpPr txBox="1"/>
            <p:nvPr/>
          </p:nvSpPr>
          <p:spPr>
            <a:xfrm>
              <a:off x="6023033" y="885443"/>
              <a:ext cx="1000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Vcc = 5v</a:t>
              </a:r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>
              <a:off x="8314634" y="1152291"/>
              <a:ext cx="776" cy="9534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55" name="Group 54"/>
            <p:cNvGrpSpPr/>
            <p:nvPr/>
          </p:nvGrpSpPr>
          <p:grpSpPr>
            <a:xfrm>
              <a:off x="8387416" y="2681775"/>
              <a:ext cx="279648" cy="288032"/>
              <a:chOff x="3079204" y="2996952"/>
              <a:chExt cx="279648" cy="288032"/>
            </a:xfrm>
          </p:grpSpPr>
          <p:cxnSp>
            <p:nvCxnSpPr>
              <p:cNvPr id="59" name="Straight Connector 58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61" name="Group 60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4" name="Straight Connector 63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5" name="Straight Connector 64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66" name="TextBox 65"/>
            <p:cNvSpPr txBox="1"/>
            <p:nvPr/>
          </p:nvSpPr>
          <p:spPr>
            <a:xfrm>
              <a:off x="7725814" y="1889687"/>
              <a:ext cx="373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7811352" y="2753783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H="1">
              <a:off x="7379304" y="2105711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7379304" y="2753783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8891472" y="2465751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 flipV="1">
              <a:off x="9035488" y="2465751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V="1">
              <a:off x="7379304" y="2753783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8" name="Oval 87"/>
            <p:cNvSpPr/>
            <p:nvPr/>
          </p:nvSpPr>
          <p:spPr bwMode="auto">
            <a:xfrm>
              <a:off x="9683560" y="2393743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Verdana"/>
                <a:cs typeface="Verdan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611552" y="2073194"/>
              <a:ext cx="420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Vo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7379304" y="3257840"/>
              <a:ext cx="1656184" cy="595809"/>
              <a:chOff x="3354361" y="3248980"/>
              <a:chExt cx="1656184" cy="595809"/>
            </a:xfrm>
          </p:grpSpPr>
          <p:sp>
            <p:nvSpPr>
              <p:cNvPr id="70" name="Rectangle 69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latin typeface="Verdana"/>
                    <a:cs typeface="Verdana"/>
                  </a:rPr>
                  <a:t>R2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75" name="Straight Connector 74"/>
              <p:cNvCxnSpPr>
                <a:stCxn id="70" idx="1"/>
              </p:cNvCxnSpPr>
              <p:nvPr/>
            </p:nvCxnSpPr>
            <p:spPr bwMode="auto">
              <a:xfrm flipH="1">
                <a:off x="3354361" y="3392996"/>
                <a:ext cx="79208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92" name="TextBox 91"/>
              <p:cNvSpPr txBox="1"/>
              <p:nvPr/>
            </p:nvSpPr>
            <p:spPr>
              <a:xfrm>
                <a:off x="4146449" y="3537012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8315409" y="1529648"/>
              <a:ext cx="785675" cy="648071"/>
              <a:chOff x="2575148" y="1844825"/>
              <a:chExt cx="785675" cy="648071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2575148" y="1844825"/>
                <a:ext cx="785675" cy="504056"/>
                <a:chOff x="3511253" y="2048847"/>
                <a:chExt cx="785675" cy="588065"/>
              </a:xfrm>
            </p:grpSpPr>
            <p:grpSp>
              <p:nvGrpSpPr>
                <p:cNvPr id="102" name="Group 101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104" name="Straight Connector 103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5" name="Straight Connector 104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6" name="Straight Connector 105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7" name="Straight Connector 106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8" name="Straight Connector 107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03" name="TextBox 102"/>
                <p:cNvSpPr txBox="1"/>
                <p:nvPr/>
              </p:nvSpPr>
              <p:spPr>
                <a:xfrm>
                  <a:off x="3772425" y="2048847"/>
                  <a:ext cx="524503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Verdana"/>
                      <a:cs typeface="Verdana"/>
                    </a:rPr>
                    <a:t>0.1</a:t>
                  </a:r>
                  <a:r>
                    <a:rPr lang="en-US" sz="1200" dirty="0">
                      <a:latin typeface="Symbol" charset="2"/>
                      <a:cs typeface="Symbol" charset="2"/>
                    </a:rPr>
                    <a:t>m</a:t>
                  </a:r>
                </a:p>
              </p:txBody>
            </p:sp>
          </p:grpSp>
          <p:grpSp>
            <p:nvGrpSpPr>
              <p:cNvPr id="96" name="Group 95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97" name="Straight Connector 96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98" name="Group 97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99" name="Straight Connector 98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0" name="Straight Connector 99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1" name="Straight Connector 100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110" name="TextBox 109"/>
            <p:cNvSpPr txBox="1"/>
            <p:nvPr/>
          </p:nvSpPr>
          <p:spPr>
            <a:xfrm>
              <a:off x="7696336" y="2301991"/>
              <a:ext cx="10550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½ </a:t>
              </a:r>
              <a:r>
                <a:rPr lang="en-US" sz="1200" dirty="0">
                  <a:latin typeface="Verdana"/>
                  <a:cs typeface="Verdana"/>
                </a:rPr>
                <a:t>MC6002</a:t>
              </a:r>
              <a:endParaRPr lang="en-US" sz="1400" dirty="0">
                <a:latin typeface="Verdana"/>
                <a:cs typeface="Verdana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027376" y="1745672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8459424" y="2609768"/>
              <a:ext cx="282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4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8819465" y="2177720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1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51313" y="2465752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451313" y="1817680"/>
              <a:ext cx="28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3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714691" y="1765417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C1</a:t>
              </a:r>
            </a:p>
          </p:txBody>
        </p:sp>
        <p:grpSp>
          <p:nvGrpSpPr>
            <p:cNvPr id="123" name="Group 122"/>
            <p:cNvGrpSpPr/>
            <p:nvPr/>
          </p:nvGrpSpPr>
          <p:grpSpPr>
            <a:xfrm rot="16200000">
              <a:off x="6302855" y="1225357"/>
              <a:ext cx="1114384" cy="624261"/>
              <a:chOff x="3896161" y="2912751"/>
              <a:chExt cx="1114384" cy="624261"/>
            </a:xfrm>
          </p:grpSpPr>
          <p:sp>
            <p:nvSpPr>
              <p:cNvPr id="124" name="Rectangle 123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latin typeface="Verdana"/>
                    <a:cs typeface="Verdana"/>
                  </a:rPr>
                  <a:t>R4</a:t>
                </a:r>
              </a:p>
            </p:txBody>
          </p:sp>
          <p:cxnSp>
            <p:nvCxnSpPr>
              <p:cNvPr id="126" name="Straight Connector 125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6" name="Straight Connector 135"/>
              <p:cNvCxnSpPr>
                <a:stCxn id="124" idx="1"/>
              </p:cNvCxnSpPr>
              <p:nvPr/>
            </p:nvCxnSpPr>
            <p:spPr bwMode="auto">
              <a:xfrm rot="5400000">
                <a:off x="4021305" y="3267852"/>
                <a:ext cx="0" cy="250288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37" name="TextBox 136"/>
              <p:cNvSpPr txBox="1"/>
              <p:nvPr/>
            </p:nvSpPr>
            <p:spPr>
              <a:xfrm>
                <a:off x="4101153" y="2912751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138" name="Group 137"/>
            <p:cNvGrpSpPr/>
            <p:nvPr/>
          </p:nvGrpSpPr>
          <p:grpSpPr>
            <a:xfrm rot="16200000">
              <a:off x="6280211" y="2401873"/>
              <a:ext cx="1188131" cy="595808"/>
              <a:chOff x="3822414" y="2941204"/>
              <a:chExt cx="1188131" cy="595808"/>
            </a:xfrm>
          </p:grpSpPr>
          <p:sp>
            <p:nvSpPr>
              <p:cNvPr id="139" name="Rectangle 138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latin typeface="Verdana"/>
                    <a:cs typeface="Verdana"/>
                  </a:rPr>
                  <a:t>R3</a:t>
                </a:r>
              </a:p>
            </p:txBody>
          </p:sp>
          <p:cxnSp>
            <p:nvCxnSpPr>
              <p:cNvPr id="140" name="Straight Connector 139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1" name="Straight Connector 140"/>
              <p:cNvCxnSpPr>
                <a:stCxn id="139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42" name="TextBox 141"/>
              <p:cNvSpPr txBox="1"/>
              <p:nvPr/>
            </p:nvSpPr>
            <p:spPr>
              <a:xfrm>
                <a:off x="4073400" y="2941204"/>
                <a:ext cx="6335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200k</a:t>
                </a:r>
              </a:p>
            </p:txBody>
          </p:sp>
        </p:grpSp>
        <p:grpSp>
          <p:nvGrpSpPr>
            <p:cNvPr id="143" name="Group 142"/>
            <p:cNvGrpSpPr/>
            <p:nvPr/>
          </p:nvGrpSpPr>
          <p:grpSpPr>
            <a:xfrm>
              <a:off x="6884146" y="3293843"/>
              <a:ext cx="279648" cy="288032"/>
              <a:chOff x="3079204" y="2996952"/>
              <a:chExt cx="279648" cy="288032"/>
            </a:xfrm>
          </p:grpSpPr>
          <p:cxnSp>
            <p:nvCxnSpPr>
              <p:cNvPr id="144" name="Straight Connector 143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45" name="Group 144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46" name="Straight Connector 145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7" name="Straight Connector 146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8" name="Straight Connector 147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149" name="Straight Connector 148"/>
            <p:cNvCxnSpPr/>
            <p:nvPr/>
          </p:nvCxnSpPr>
          <p:spPr bwMode="auto">
            <a:xfrm flipH="1">
              <a:off x="7028162" y="1152292"/>
              <a:ext cx="1286472" cy="4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50" name="Oval 149"/>
            <p:cNvSpPr/>
            <p:nvPr/>
          </p:nvSpPr>
          <p:spPr>
            <a:xfrm>
              <a:off x="8275782" y="1564918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/>
            <p:cNvSpPr/>
            <p:nvPr/>
          </p:nvSpPr>
          <p:spPr>
            <a:xfrm>
              <a:off x="6992006" y="2078314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/>
            <p:cNvSpPr/>
            <p:nvPr/>
          </p:nvSpPr>
          <p:spPr>
            <a:xfrm>
              <a:off x="8995860" y="2441419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/>
            <p:cNvSpPr/>
            <p:nvPr/>
          </p:nvSpPr>
          <p:spPr>
            <a:xfrm>
              <a:off x="6992006" y="1119745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9" name="Group 88"/>
            <p:cNvGrpSpPr/>
            <p:nvPr/>
          </p:nvGrpSpPr>
          <p:grpSpPr>
            <a:xfrm rot="16200000">
              <a:off x="6638583" y="3549097"/>
              <a:ext cx="1188131" cy="595806"/>
              <a:chOff x="3822414" y="2941206"/>
              <a:chExt cx="1188131" cy="595806"/>
            </a:xfrm>
          </p:grpSpPr>
          <p:sp>
            <p:nvSpPr>
              <p:cNvPr id="95" name="Rectangle 94"/>
              <p:cNvSpPr/>
              <p:nvPr/>
            </p:nvSpPr>
            <p:spPr bwMode="auto">
              <a:xfrm>
                <a:off x="4146449" y="3248980"/>
                <a:ext cx="504056" cy="288032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dirty="0">
                    <a:latin typeface="Verdana"/>
                    <a:cs typeface="Verdana"/>
                  </a:rPr>
                  <a:t>R1</a:t>
                </a:r>
              </a:p>
            </p:txBody>
          </p:sp>
          <p:cxnSp>
            <p:nvCxnSpPr>
              <p:cNvPr id="109" name="Straight Connector 108"/>
              <p:cNvCxnSpPr/>
              <p:nvPr/>
            </p:nvCxnSpPr>
            <p:spPr bwMode="auto">
              <a:xfrm flipH="1">
                <a:off x="4650505" y="3392996"/>
                <a:ext cx="36004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1" name="Straight Connector 110"/>
              <p:cNvCxnSpPr>
                <a:stCxn id="95" idx="1"/>
              </p:cNvCxnSpPr>
              <p:nvPr/>
            </p:nvCxnSpPr>
            <p:spPr bwMode="auto">
              <a:xfrm rot="5400000" flipH="1">
                <a:off x="3984431" y="3230978"/>
                <a:ext cx="1" cy="324036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15" name="TextBox 114"/>
              <p:cNvSpPr txBox="1"/>
              <p:nvPr/>
            </p:nvSpPr>
            <p:spPr>
              <a:xfrm>
                <a:off x="4131107" y="2941206"/>
                <a:ext cx="5180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Verdana"/>
                    <a:cs typeface="Verdana"/>
                  </a:rPr>
                  <a:t>68k</a:t>
                </a:r>
              </a:p>
            </p:txBody>
          </p:sp>
        </p:grpSp>
        <p:sp>
          <p:nvSpPr>
            <p:cNvPr id="128" name="Oval 127"/>
            <p:cNvSpPr/>
            <p:nvPr/>
          </p:nvSpPr>
          <p:spPr>
            <a:xfrm>
              <a:off x="7345270" y="3365118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0" name="Straight Connector 129"/>
            <p:cNvCxnSpPr/>
            <p:nvPr/>
          </p:nvCxnSpPr>
          <p:spPr bwMode="auto">
            <a:xfrm>
              <a:off x="6247094" y="2033703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1" name="Straight Connector 130"/>
            <p:cNvCxnSpPr/>
            <p:nvPr/>
          </p:nvCxnSpPr>
          <p:spPr bwMode="auto">
            <a:xfrm>
              <a:off x="6319102" y="2033703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2" name="Straight Connector 131"/>
            <p:cNvCxnSpPr>
              <a:cxnSpLocks/>
            </p:cNvCxnSpPr>
            <p:nvPr/>
          </p:nvCxnSpPr>
          <p:spPr bwMode="auto">
            <a:xfrm flipH="1">
              <a:off x="5396783" y="2126944"/>
              <a:ext cx="860699" cy="2691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3" name="Straight Connector 132"/>
            <p:cNvCxnSpPr/>
            <p:nvPr/>
          </p:nvCxnSpPr>
          <p:spPr bwMode="auto">
            <a:xfrm flipH="1">
              <a:off x="6319102" y="2132171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4" name="Straight Connector 133"/>
            <p:cNvCxnSpPr/>
            <p:nvPr/>
          </p:nvCxnSpPr>
          <p:spPr bwMode="auto">
            <a:xfrm flipH="1">
              <a:off x="6547918" y="2105711"/>
              <a:ext cx="927937" cy="256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6045757" y="1714894"/>
              <a:ext cx="402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</a:t>
              </a:r>
              <a:r>
                <a:rPr lang="en-US" sz="1400" dirty="0">
                  <a:solidFill>
                    <a:srgbClr val="FF0000"/>
                  </a:solidFill>
                  <a:latin typeface="Symbol" charset="2"/>
                  <a:cs typeface="Symbol" charset="2"/>
                </a:rPr>
                <a:t>m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8465ABA8-74F9-3445-8BE6-BE47FCAE7338}"/>
                </a:ext>
              </a:extLst>
            </p:cNvPr>
            <p:cNvSpPr/>
            <p:nvPr/>
          </p:nvSpPr>
          <p:spPr bwMode="auto">
            <a:xfrm>
              <a:off x="5114171" y="2588207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Verdana"/>
                <a:cs typeface="Verdana"/>
              </a:endParaRPr>
            </a:p>
          </p:txBody>
        </p: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4EF783E5-CD78-9347-B4B8-2287331D3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62627" y="2660215"/>
              <a:ext cx="283592" cy="293720"/>
            </a:xfrm>
            <a:prstGeom prst="rect">
              <a:avLst/>
            </a:prstGeom>
          </p:spPr>
        </p:pic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549EB04-C9CA-7D46-AF63-4A538F9CAD8D}"/>
                </a:ext>
              </a:extLst>
            </p:cNvPr>
            <p:cNvCxnSpPr/>
            <p:nvPr/>
          </p:nvCxnSpPr>
          <p:spPr bwMode="auto">
            <a:xfrm>
              <a:off x="5402203" y="2156159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0DAAA1FD-707A-E548-9AA6-BEFB4F505F56}"/>
                </a:ext>
              </a:extLst>
            </p:cNvPr>
            <p:cNvGrpSpPr/>
            <p:nvPr/>
          </p:nvGrpSpPr>
          <p:grpSpPr>
            <a:xfrm>
              <a:off x="5258187" y="3092263"/>
              <a:ext cx="279648" cy="288032"/>
              <a:chOff x="3079204" y="2996952"/>
              <a:chExt cx="279648" cy="288032"/>
            </a:xfrm>
          </p:grpSpPr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ABF69434-795B-F14E-B26B-E6DDA7006B28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FA7814DC-4F8C-014F-9C82-241EA83C1763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4CA634B4-FD84-FE46-BB32-0F491C52985D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72581C8A-E5EA-1E4B-97D9-6FB2EB2127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FDE8D72E-CB63-A148-B469-486F37B32CE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DFA67E51-E53F-A241-8A27-8C50A9EC42F9}"/>
                </a:ext>
              </a:extLst>
            </p:cNvPr>
            <p:cNvSpPr txBox="1"/>
            <p:nvPr/>
          </p:nvSpPr>
          <p:spPr>
            <a:xfrm>
              <a:off x="4903322" y="197149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/>
                  <a:cs typeface="Verdana"/>
                </a:rPr>
                <a:t>V</a:t>
              </a:r>
              <a:r>
                <a:rPr lang="en-US" baseline="-25000" dirty="0">
                  <a:latin typeface="Verdana"/>
                  <a:cs typeface="Verdana"/>
                </a:rPr>
                <a:t>G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C1D6545B-A0D2-0E4B-AC2C-285BED84A294}"/>
                </a:ext>
              </a:extLst>
            </p:cNvPr>
            <p:cNvSpPr txBox="1"/>
            <p:nvPr/>
          </p:nvSpPr>
          <p:spPr>
            <a:xfrm>
              <a:off x="3157133" y="2582109"/>
              <a:ext cx="1741014" cy="600164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10kHz sine wave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1V peak-to-peak</a:t>
              </a:r>
            </a:p>
            <a:p>
              <a:pPr algn="ctr"/>
              <a:r>
                <a:rPr lang="en-US" sz="1100" dirty="0">
                  <a:solidFill>
                    <a:schemeClr val="bg1"/>
                  </a:solidFill>
                  <a:latin typeface="Verdana"/>
                  <a:cs typeface="Verdana"/>
                </a:rPr>
                <a:t>1V DC offset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4C94141-25AD-AC4D-881A-0D5292BC4422}"/>
                </a:ext>
              </a:extLst>
            </p:cNvPr>
            <p:cNvSpPr txBox="1"/>
            <p:nvPr/>
          </p:nvSpPr>
          <p:spPr>
            <a:xfrm>
              <a:off x="6058087" y="1466875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C2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6B7AB04-6F62-BB4A-B8D9-D131F07B87B9}"/>
                </a:ext>
              </a:extLst>
            </p:cNvPr>
            <p:cNvSpPr txBox="1"/>
            <p:nvPr/>
          </p:nvSpPr>
          <p:spPr>
            <a:xfrm>
              <a:off x="7472544" y="4238084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10u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1728F260-7982-4943-9DBD-A9603553BE80}"/>
                </a:ext>
              </a:extLst>
            </p:cNvPr>
            <p:cNvGrpSpPr/>
            <p:nvPr/>
          </p:nvGrpSpPr>
          <p:grpSpPr>
            <a:xfrm>
              <a:off x="7277584" y="4691425"/>
              <a:ext cx="216024" cy="72008"/>
              <a:chOff x="3447628" y="4437112"/>
              <a:chExt cx="351656" cy="144016"/>
            </a:xfrm>
          </p:grpSpPr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AACAF83E-17AA-A740-8FDE-F647E9BBC445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0E92AFBB-CF3B-FD45-A34A-E7C5715E8D0C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63C14DB5-E297-7840-9BE2-5A52897C9334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628FDA88-513A-244F-A200-20EAEBA1421A}"/>
                </a:ext>
              </a:extLst>
            </p:cNvPr>
            <p:cNvSpPr txBox="1"/>
            <p:nvPr/>
          </p:nvSpPr>
          <p:spPr>
            <a:xfrm>
              <a:off x="7506211" y="4468487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C3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516C53EC-50B6-0846-B109-22D863993350}"/>
                </a:ext>
              </a:extLst>
            </p:cNvPr>
            <p:cNvGrpSpPr/>
            <p:nvPr/>
          </p:nvGrpSpPr>
          <p:grpSpPr>
            <a:xfrm>
              <a:off x="7262671" y="4226765"/>
              <a:ext cx="357876" cy="455005"/>
              <a:chOff x="6136675" y="3232725"/>
              <a:chExt cx="357876" cy="455005"/>
            </a:xfrm>
          </p:grpSpPr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438605DD-6F17-F843-83A7-7780E8F4EA33}"/>
                  </a:ext>
                </a:extLst>
              </p:cNvPr>
              <p:cNvGrpSpPr/>
              <p:nvPr/>
            </p:nvGrpSpPr>
            <p:grpSpPr>
              <a:xfrm>
                <a:off x="6136675" y="3520332"/>
                <a:ext cx="255799" cy="116083"/>
                <a:chOff x="6067694" y="3337715"/>
                <a:chExt cx="435427" cy="223373"/>
              </a:xfrm>
            </p:grpSpPr>
            <p:sp>
              <p:nvSpPr>
                <p:cNvPr id="185" name="Arc 184">
                  <a:extLst>
                    <a:ext uri="{FF2B5EF4-FFF2-40B4-BE49-F238E27FC236}">
                      <a16:creationId xmlns:a16="http://schemas.microsoft.com/office/drawing/2014/main" id="{F83E0872-A8B9-3941-8B10-C119BD849E67}"/>
                    </a:ext>
                  </a:extLst>
                </p:cNvPr>
                <p:cNvSpPr/>
                <p:nvPr/>
              </p:nvSpPr>
              <p:spPr>
                <a:xfrm>
                  <a:off x="6067694" y="3337715"/>
                  <a:ext cx="423514" cy="223373"/>
                </a:xfrm>
                <a:prstGeom prst="arc">
                  <a:avLst>
                    <a:gd name="adj1" fmla="val 16200000"/>
                    <a:gd name="adj2" fmla="val 81654"/>
                  </a:avLst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" name="Arc 185">
                  <a:extLst>
                    <a:ext uri="{FF2B5EF4-FFF2-40B4-BE49-F238E27FC236}">
                      <a16:creationId xmlns:a16="http://schemas.microsoft.com/office/drawing/2014/main" id="{8E7C8A6B-DF2A-8549-9E9E-046146900B56}"/>
                    </a:ext>
                  </a:extLst>
                </p:cNvPr>
                <p:cNvSpPr/>
                <p:nvPr/>
              </p:nvSpPr>
              <p:spPr>
                <a:xfrm flipH="1">
                  <a:off x="6079607" y="3337715"/>
                  <a:ext cx="423514" cy="223373"/>
                </a:xfrm>
                <a:prstGeom prst="arc">
                  <a:avLst>
                    <a:gd name="adj1" fmla="val 16200000"/>
                    <a:gd name="adj2" fmla="val 81654"/>
                  </a:avLst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16544E35-865A-BE44-9631-014D4B5D08E7}"/>
                  </a:ext>
                </a:extLst>
              </p:cNvPr>
              <p:cNvCxnSpPr/>
              <p:nvPr/>
            </p:nvCxnSpPr>
            <p:spPr bwMode="auto">
              <a:xfrm flipH="1">
                <a:off x="6136675" y="3450454"/>
                <a:ext cx="255799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27B02179-600F-5544-9FDA-D54217E5296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64576" y="3279092"/>
                <a:ext cx="0" cy="16677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124BEC92-3CC3-7647-A5F0-2E1CAD09AC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64575" y="3520953"/>
                <a:ext cx="0" cy="16677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370DA09B-5266-2C41-968A-BBEB51C82342}"/>
                  </a:ext>
                </a:extLst>
              </p:cNvPr>
              <p:cNvSpPr txBox="1"/>
              <p:nvPr/>
            </p:nvSpPr>
            <p:spPr>
              <a:xfrm>
                <a:off x="6205689" y="3232725"/>
                <a:ext cx="28886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</p:grp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31EE654-4AC4-9348-B9F9-36B336E6F503}"/>
                </a:ext>
              </a:extLst>
            </p:cNvPr>
            <p:cNvSpPr txBox="1"/>
            <p:nvPr/>
          </p:nvSpPr>
          <p:spPr>
            <a:xfrm>
              <a:off x="9601105" y="1974534"/>
              <a:ext cx="43473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38691F4-0A7F-FBA2-36DE-FEA0EB138C51}"/>
                </a:ext>
              </a:extLst>
            </p:cNvPr>
            <p:cNvGrpSpPr/>
            <p:nvPr/>
          </p:nvGrpSpPr>
          <p:grpSpPr>
            <a:xfrm>
              <a:off x="5964910" y="2140675"/>
              <a:ext cx="645063" cy="576062"/>
              <a:chOff x="2290125" y="1916834"/>
              <a:chExt cx="645063" cy="57606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6F1CAA5-6D33-5A50-708B-2C1B5EC68115}"/>
                  </a:ext>
                </a:extLst>
              </p:cNvPr>
              <p:cNvGrpSpPr/>
              <p:nvPr/>
            </p:nvGrpSpPr>
            <p:grpSpPr>
              <a:xfrm>
                <a:off x="2290125" y="1916834"/>
                <a:ext cx="645063" cy="463576"/>
                <a:chOff x="3226230" y="2132856"/>
                <a:chExt cx="645063" cy="540838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FF5320B-9755-1698-997A-2E7DA24857DB}"/>
                    </a:ext>
                  </a:extLst>
                </p:cNvPr>
                <p:cNvGrpSpPr/>
                <p:nvPr/>
              </p:nvGrpSpPr>
              <p:grpSpPr>
                <a:xfrm>
                  <a:off x="3664445" y="2132856"/>
                  <a:ext cx="206848" cy="504056"/>
                  <a:chOff x="3726185" y="2132856"/>
                  <a:chExt cx="290214" cy="504056"/>
                </a:xfrm>
              </p:grpSpPr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EB14AA02-DE54-4799-1090-84D45F67803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D68273E9-DAE1-E724-D853-42C48A99B723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3BA425C1-CE7B-B74B-BBFF-F318617976C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5FDB345C-1EBC-0D1A-51C9-292BDA157E1C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927791-0879-31BC-63C5-07EEDE83A3AB}"/>
                    </a:ext>
                  </a:extLst>
                </p:cNvPr>
                <p:cNvSpPr txBox="1"/>
                <p:nvPr/>
              </p:nvSpPr>
              <p:spPr>
                <a:xfrm>
                  <a:off x="3226230" y="2350529"/>
                  <a:ext cx="622286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Verdana"/>
                      <a:cs typeface="Verdana"/>
                    </a:rPr>
                    <a:t>0.01</a:t>
                  </a:r>
                  <a:r>
                    <a:rPr lang="en-US" sz="1200" dirty="0">
                      <a:latin typeface="Symbol" charset="2"/>
                      <a:cs typeface="Symbol" charset="2"/>
                    </a:rPr>
                    <a:t>m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7DF58E3-0C14-3755-9A7D-CE58797FF22F}"/>
                  </a:ext>
                </a:extLst>
              </p:cNvPr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E40D5E85-A3CA-BF03-3D0C-40E273909D6F}"/>
                    </a:ext>
                  </a:extLst>
                </p:cNvPr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116BD3E2-947A-9F62-62D6-AC99EE289338}"/>
                    </a:ext>
                  </a:extLst>
                </p:cNvPr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C6E1E603-685A-787B-9001-6B0157B0D479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4E6DD90A-FDF2-EABB-57F0-F2B12677D8A9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7589EEF1-A361-978F-E934-7436949E2525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57E5472-A77A-3C21-8159-14ECECE9D6BE}"/>
                </a:ext>
              </a:extLst>
            </p:cNvPr>
            <p:cNvSpPr/>
            <p:nvPr/>
          </p:nvSpPr>
          <p:spPr>
            <a:xfrm>
              <a:off x="6483187" y="2105646"/>
              <a:ext cx="79257" cy="7347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8D9EB6-6FC2-7E76-CCF2-80A8C0D9BDFA}"/>
                </a:ext>
              </a:extLst>
            </p:cNvPr>
            <p:cNvSpPr txBox="1"/>
            <p:nvPr/>
          </p:nvSpPr>
          <p:spPr>
            <a:xfrm>
              <a:off x="5986379" y="2608550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C4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980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7">
            <a:extLst>
              <a:ext uri="{FF2B5EF4-FFF2-40B4-BE49-F238E27FC236}">
                <a16:creationId xmlns:a16="http://schemas.microsoft.com/office/drawing/2014/main" id="{7B675BA4-7B07-BE41-978C-2A630B1D9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054" y="3780730"/>
            <a:ext cx="763681" cy="792088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E082399-3801-EE4C-887E-19B96281702D}"/>
              </a:ext>
            </a:extLst>
          </p:cNvPr>
          <p:cNvCxnSpPr/>
          <p:nvPr/>
        </p:nvCxnSpPr>
        <p:spPr bwMode="auto">
          <a:xfrm flipV="1">
            <a:off x="4179110" y="3132658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9599D64-154C-A342-86FE-BA78F0943648}"/>
              </a:ext>
            </a:extLst>
          </p:cNvPr>
          <p:cNvCxnSpPr/>
          <p:nvPr/>
        </p:nvCxnSpPr>
        <p:spPr bwMode="auto">
          <a:xfrm flipV="1">
            <a:off x="3675054" y="3564706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AB8413C-220A-764F-A745-80014A5A28DC}"/>
              </a:ext>
            </a:extLst>
          </p:cNvPr>
          <p:cNvCxnSpPr/>
          <p:nvPr/>
        </p:nvCxnSpPr>
        <p:spPr bwMode="auto">
          <a:xfrm flipH="1">
            <a:off x="3675054" y="3564706"/>
            <a:ext cx="50405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F466CBA-5936-AB49-9F24-A1846975F850}"/>
              </a:ext>
            </a:extLst>
          </p:cNvPr>
          <p:cNvSpPr/>
          <p:nvPr/>
        </p:nvSpPr>
        <p:spPr bwMode="auto">
          <a:xfrm>
            <a:off x="3315014" y="2988642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/>
                <a:cs typeface="Verdana"/>
              </a:rPr>
              <a:t>R4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DBCCEF5-6C06-E846-AA44-4F051354BD79}"/>
              </a:ext>
            </a:extLst>
          </p:cNvPr>
          <p:cNvCxnSpPr/>
          <p:nvPr/>
        </p:nvCxnSpPr>
        <p:spPr bwMode="auto">
          <a:xfrm flipH="1">
            <a:off x="3819070" y="3132658"/>
            <a:ext cx="86409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715BA1F-38FA-8D47-ABB1-1D00A8BD0DCF}"/>
              </a:ext>
            </a:extLst>
          </p:cNvPr>
          <p:cNvCxnSpPr>
            <a:stCxn id="127" idx="1"/>
          </p:cNvCxnSpPr>
          <p:nvPr/>
        </p:nvCxnSpPr>
        <p:spPr bwMode="auto">
          <a:xfrm flipH="1">
            <a:off x="2810958" y="3132658"/>
            <a:ext cx="50405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6EE09363-7ADA-7740-904A-A6FB9028F111}"/>
              </a:ext>
            </a:extLst>
          </p:cNvPr>
          <p:cNvSpPr txBox="1"/>
          <p:nvPr/>
        </p:nvSpPr>
        <p:spPr>
          <a:xfrm>
            <a:off x="3315014" y="2700610"/>
            <a:ext cx="526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Verdana"/>
                <a:cs typeface="Verdana"/>
              </a:rPr>
              <a:t>220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674DCB8-713F-1F41-8479-94514FE889C6}"/>
              </a:ext>
            </a:extLst>
          </p:cNvPr>
          <p:cNvSpPr txBox="1"/>
          <p:nvPr/>
        </p:nvSpPr>
        <p:spPr>
          <a:xfrm>
            <a:off x="2594934" y="2844626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5V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B668E60-A9AB-2E4F-8FC8-90C8654B47FB}"/>
              </a:ext>
            </a:extLst>
          </p:cNvPr>
          <p:cNvGrpSpPr/>
          <p:nvPr/>
        </p:nvGrpSpPr>
        <p:grpSpPr>
          <a:xfrm>
            <a:off x="4035094" y="4572818"/>
            <a:ext cx="288032" cy="288032"/>
            <a:chOff x="3079204" y="2996952"/>
            <a:chExt cx="279648" cy="288032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CF8C2A8-C21A-3642-BA71-4FDFE644C57F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350CA929-254A-8547-B74F-A0145695ECEE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6E7339AE-93CF-CB41-A1F2-C812E29E5865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04255345-3F5C-804A-A480-8F813A9A24E9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519F8334-6284-154C-9780-BE94CA507148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7604A149-54F0-BC42-BB93-4390A2FCBDB3}"/>
              </a:ext>
            </a:extLst>
          </p:cNvPr>
          <p:cNvSpPr txBox="1"/>
          <p:nvPr/>
        </p:nvSpPr>
        <p:spPr>
          <a:xfrm>
            <a:off x="4179110" y="371975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cathode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158C45C-0011-2C46-A86F-5133D53DFE8B}"/>
              </a:ext>
            </a:extLst>
          </p:cNvPr>
          <p:cNvSpPr txBox="1"/>
          <p:nvPr/>
        </p:nvSpPr>
        <p:spPr>
          <a:xfrm>
            <a:off x="4179110" y="4356794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anode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AC0FB60-BE5C-C848-87BC-32DA40196AD1}"/>
              </a:ext>
            </a:extLst>
          </p:cNvPr>
          <p:cNvSpPr txBox="1"/>
          <p:nvPr/>
        </p:nvSpPr>
        <p:spPr>
          <a:xfrm>
            <a:off x="3759042" y="4158761"/>
            <a:ext cx="39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ref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31641B2-831F-624C-BDD5-FF78C91B8FFA}"/>
              </a:ext>
            </a:extLst>
          </p:cNvPr>
          <p:cNvSpPr/>
          <p:nvPr/>
        </p:nvSpPr>
        <p:spPr bwMode="auto">
          <a:xfrm>
            <a:off x="3819070" y="3708722"/>
            <a:ext cx="1152128" cy="93610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Verdana"/>
              <a:cs typeface="Verdan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FD66670-6488-7044-96AE-AF254F51EE43}"/>
              </a:ext>
            </a:extLst>
          </p:cNvPr>
          <p:cNvSpPr txBox="1"/>
          <p:nvPr/>
        </p:nvSpPr>
        <p:spPr>
          <a:xfrm>
            <a:off x="3569901" y="4197436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2332729-B0CA-3943-B208-9E25B7CE77C2}"/>
              </a:ext>
            </a:extLst>
          </p:cNvPr>
          <p:cNvSpPr txBox="1"/>
          <p:nvPr/>
        </p:nvSpPr>
        <p:spPr>
          <a:xfrm>
            <a:off x="4259491" y="4625175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9EC385C7-3FAC-1941-94D3-D7BEDAB208C7}"/>
              </a:ext>
            </a:extLst>
          </p:cNvPr>
          <p:cNvSpPr txBox="1"/>
          <p:nvPr/>
        </p:nvSpPr>
        <p:spPr>
          <a:xfrm>
            <a:off x="4186122" y="3475931"/>
            <a:ext cx="282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endParaRPr lang="en-US" sz="1200" dirty="0">
              <a:solidFill>
                <a:srgbClr val="FF0000"/>
              </a:solidFill>
              <a:latin typeface="Symbol" charset="2"/>
              <a:cs typeface="Symbol" charset="2"/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451D1A11-5F25-FC41-BEF2-5AFD12DBEB19}"/>
              </a:ext>
            </a:extLst>
          </p:cNvPr>
          <p:cNvSpPr/>
          <p:nvPr/>
        </p:nvSpPr>
        <p:spPr>
          <a:xfrm>
            <a:off x="4151859" y="3526108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DC7EEF94-6D68-C94D-AF35-911F3D4D5DAB}"/>
              </a:ext>
            </a:extLst>
          </p:cNvPr>
          <p:cNvSpPr/>
          <p:nvPr/>
        </p:nvSpPr>
        <p:spPr>
          <a:xfrm>
            <a:off x="4147241" y="3105861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95E9A52-9B74-E249-B278-422890884795}"/>
              </a:ext>
            </a:extLst>
          </p:cNvPr>
          <p:cNvSpPr txBox="1"/>
          <p:nvPr/>
        </p:nvSpPr>
        <p:spPr>
          <a:xfrm>
            <a:off x="4318822" y="4093083"/>
            <a:ext cx="673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Verdana"/>
                <a:cs typeface="Verdana"/>
              </a:rPr>
              <a:t>AP431i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3333C06-2552-7442-8801-49213265EB8B}"/>
              </a:ext>
            </a:extLst>
          </p:cNvPr>
          <p:cNvSpPr txBox="1"/>
          <p:nvPr/>
        </p:nvSpPr>
        <p:spPr>
          <a:xfrm>
            <a:off x="6791224" y="1867827"/>
            <a:ext cx="1064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MCP6002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E062CEE-DDB0-4B43-8FD1-A5ACC0ABA4A1}"/>
              </a:ext>
            </a:extLst>
          </p:cNvPr>
          <p:cNvSpPr txBox="1"/>
          <p:nvPr/>
        </p:nvSpPr>
        <p:spPr>
          <a:xfrm>
            <a:off x="4336309" y="3091570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+2.5V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A2D21E3-DC8C-9745-A7E6-438D3B4CBB69}"/>
              </a:ext>
            </a:extLst>
          </p:cNvPr>
          <p:cNvCxnSpPr>
            <a:cxnSpLocks/>
          </p:cNvCxnSpPr>
          <p:nvPr/>
        </p:nvCxnSpPr>
        <p:spPr bwMode="auto">
          <a:xfrm flipH="1">
            <a:off x="4635123" y="3132658"/>
            <a:ext cx="1262814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93F04DED-5C5A-ED4A-836A-9CAFB8111CCD}"/>
              </a:ext>
            </a:extLst>
          </p:cNvPr>
          <p:cNvSpPr txBox="1"/>
          <p:nvPr/>
        </p:nvSpPr>
        <p:spPr>
          <a:xfrm>
            <a:off x="6540510" y="142387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E62B395-A9E5-AF4F-82B4-2A5D662F09F5}"/>
              </a:ext>
            </a:extLst>
          </p:cNvPr>
          <p:cNvGrpSpPr/>
          <p:nvPr/>
        </p:nvGrpSpPr>
        <p:grpSpPr>
          <a:xfrm>
            <a:off x="6828541" y="1351865"/>
            <a:ext cx="1152128" cy="1368152"/>
            <a:chOff x="2503140" y="2852936"/>
            <a:chExt cx="1440160" cy="1368152"/>
          </a:xfrm>
        </p:grpSpPr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9102B7B9-DE97-9F49-9A3D-EADC33283D39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24BBDBA2-A243-EA46-8A8F-F50FE5308E7E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D1BD6E7F-D1FD-414F-9245-C0BF896FCDA5}"/>
                </a:ext>
              </a:extLst>
            </p:cNvPr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83072E4-265E-0647-A64E-91713A2A986F}"/>
              </a:ext>
            </a:extLst>
          </p:cNvPr>
          <p:cNvCxnSpPr/>
          <p:nvPr/>
        </p:nvCxnSpPr>
        <p:spPr bwMode="auto">
          <a:xfrm>
            <a:off x="7404605" y="991825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E58086F-1A4D-2E43-97F5-6A079FC90943}"/>
              </a:ext>
            </a:extLst>
          </p:cNvPr>
          <p:cNvGrpSpPr/>
          <p:nvPr/>
        </p:nvGrpSpPr>
        <p:grpSpPr>
          <a:xfrm>
            <a:off x="7476613" y="2287969"/>
            <a:ext cx="279648" cy="288032"/>
            <a:chOff x="3079204" y="2996952"/>
            <a:chExt cx="279648" cy="288032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B2C504A-0348-7341-973F-2C856F99B528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68DCF890-C288-174E-B7A8-6435F5E78989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0F08FEE-A409-6B47-BF43-4A38F72F5489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51632C1-12B8-2348-BF3C-428A0006D83A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FEC6D6DB-733A-8143-83CC-E04510DDB21A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6CA54C30-621D-8846-A6DC-9FAAEAA2A187}"/>
              </a:ext>
            </a:extLst>
          </p:cNvPr>
          <p:cNvSpPr txBox="1"/>
          <p:nvPr/>
        </p:nvSpPr>
        <p:spPr>
          <a:xfrm>
            <a:off x="6791569" y="14931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DFED3192-E538-5E42-855E-D45E2CE3B9F4}"/>
              </a:ext>
            </a:extLst>
          </p:cNvPr>
          <p:cNvCxnSpPr/>
          <p:nvPr/>
        </p:nvCxnSpPr>
        <p:spPr bwMode="auto">
          <a:xfrm flipH="1">
            <a:off x="6873532" y="2389157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E614916-E52B-DB40-9FA3-CABDEF9CDC29}"/>
              </a:ext>
            </a:extLst>
          </p:cNvPr>
          <p:cNvCxnSpPr/>
          <p:nvPr/>
        </p:nvCxnSpPr>
        <p:spPr bwMode="auto">
          <a:xfrm flipH="1" flipV="1">
            <a:off x="5642433" y="1675901"/>
            <a:ext cx="1172578" cy="46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E7FE7DF-350E-FA43-B905-07C6FB0BC30F}"/>
              </a:ext>
            </a:extLst>
          </p:cNvPr>
          <p:cNvCxnSpPr/>
          <p:nvPr/>
        </p:nvCxnSpPr>
        <p:spPr bwMode="auto">
          <a:xfrm flipH="1" flipV="1">
            <a:off x="6468502" y="2359978"/>
            <a:ext cx="360041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8" name="Rectangle 217">
            <a:extLst>
              <a:ext uri="{FF2B5EF4-FFF2-40B4-BE49-F238E27FC236}">
                <a16:creationId xmlns:a16="http://schemas.microsoft.com/office/drawing/2014/main" id="{F595CCBC-E168-0A44-87EA-2D2F93CA607E}"/>
              </a:ext>
            </a:extLst>
          </p:cNvPr>
          <p:cNvSpPr/>
          <p:nvPr/>
        </p:nvSpPr>
        <p:spPr bwMode="auto">
          <a:xfrm>
            <a:off x="7260589" y="2864033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57EA7952-38EC-DB45-9BD7-73032F6D7997}"/>
              </a:ext>
            </a:extLst>
          </p:cNvPr>
          <p:cNvCxnSpPr/>
          <p:nvPr/>
        </p:nvCxnSpPr>
        <p:spPr bwMode="auto">
          <a:xfrm flipH="1">
            <a:off x="7764645" y="3008049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4742D60-2917-EB41-A891-463A05CF2512}"/>
              </a:ext>
            </a:extLst>
          </p:cNvPr>
          <p:cNvCxnSpPr/>
          <p:nvPr/>
        </p:nvCxnSpPr>
        <p:spPr bwMode="auto">
          <a:xfrm flipH="1">
            <a:off x="7980669" y="2071945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767BC67-7D7A-F145-AAEE-70A5A911BC2E}"/>
              </a:ext>
            </a:extLst>
          </p:cNvPr>
          <p:cNvCxnSpPr/>
          <p:nvPr/>
        </p:nvCxnSpPr>
        <p:spPr bwMode="auto">
          <a:xfrm flipV="1">
            <a:off x="8124685" y="2071945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0EE7C80-B215-0049-9EDB-AE256F5CB74D}"/>
              </a:ext>
            </a:extLst>
          </p:cNvPr>
          <p:cNvCxnSpPr/>
          <p:nvPr/>
        </p:nvCxnSpPr>
        <p:spPr bwMode="auto">
          <a:xfrm flipV="1">
            <a:off x="6468501" y="2359977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3F6720C-3C17-BD42-A672-C0FEF7E9A8FD}"/>
              </a:ext>
            </a:extLst>
          </p:cNvPr>
          <p:cNvCxnSpPr/>
          <p:nvPr/>
        </p:nvCxnSpPr>
        <p:spPr bwMode="auto">
          <a:xfrm flipH="1">
            <a:off x="6468501" y="3008049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4457E80B-BDE8-814C-90A6-A8BA7170102D}"/>
              </a:ext>
            </a:extLst>
          </p:cNvPr>
          <p:cNvSpPr/>
          <p:nvPr/>
        </p:nvSpPr>
        <p:spPr bwMode="auto">
          <a:xfrm>
            <a:off x="8772757" y="1999937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3C48C2D7-8461-1243-AABC-59AF87C4778D}"/>
              </a:ext>
            </a:extLst>
          </p:cNvPr>
          <p:cNvSpPr/>
          <p:nvPr/>
        </p:nvSpPr>
        <p:spPr bwMode="auto">
          <a:xfrm rot="5400000">
            <a:off x="6216473" y="3476101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8EF8C27-B3DF-1E44-9EA4-1D80D9F3A243}"/>
              </a:ext>
            </a:extLst>
          </p:cNvPr>
          <p:cNvSpPr txBox="1"/>
          <p:nvPr/>
        </p:nvSpPr>
        <p:spPr>
          <a:xfrm>
            <a:off x="7260590" y="3152066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8667E18-F3D1-3D4F-A912-4A7507AD1255}"/>
              </a:ext>
            </a:extLst>
          </p:cNvPr>
          <p:cNvGrpSpPr/>
          <p:nvPr/>
        </p:nvGrpSpPr>
        <p:grpSpPr>
          <a:xfrm>
            <a:off x="7404606" y="1135842"/>
            <a:ext cx="743996" cy="648071"/>
            <a:chOff x="2575148" y="1844825"/>
            <a:chExt cx="743996" cy="648071"/>
          </a:xfrm>
        </p:grpSpPr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F7A7EF34-0B1F-A745-A9DF-9D4546973342}"/>
                </a:ext>
              </a:extLst>
            </p:cNvPr>
            <p:cNvGrpSpPr/>
            <p:nvPr/>
          </p:nvGrpSpPr>
          <p:grpSpPr>
            <a:xfrm>
              <a:off x="2575148" y="1844825"/>
              <a:ext cx="743996" cy="504056"/>
              <a:chOff x="3511253" y="2048847"/>
              <a:chExt cx="743996" cy="588065"/>
            </a:xfrm>
          </p:grpSpPr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3B3269E6-1637-DE4C-BB28-EEA8E1951611}"/>
                  </a:ext>
                </a:extLst>
              </p:cNvPr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69D7C8A0-D419-F241-8EE3-490599AFE342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DABFA2A0-237E-9348-927F-E75D70DE1839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2ED025F2-F7EA-C346-A255-0CD9E77E798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21DCEBC6-BED5-F949-ABB0-E177D3A0AD48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B30E40E7-2358-7E49-9A55-ED3A9CAC8EB2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B4D9B888-6CC7-C849-8911-6A0E9D0A9E85}"/>
                  </a:ext>
                </a:extLst>
              </p:cNvPr>
              <p:cNvSpPr txBox="1"/>
              <p:nvPr/>
            </p:nvSpPr>
            <p:spPr>
              <a:xfrm>
                <a:off x="3772425" y="2048847"/>
                <a:ext cx="48282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0.1u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E834B7C8-1CD5-7344-9CF1-638B29F4675C}"/>
                </a:ext>
              </a:extLst>
            </p:cNvPr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FE984E24-5ADD-C64E-9AE1-999D1A7191F8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B7A729C2-B8EF-F649-A2B1-9F061E539CAD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A4EBAF27-C2F6-2540-BAE1-EC04A7E06C1E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CE3FB670-F5A2-5A44-A011-8448CDB43A37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D1FFF17A-7D31-EB46-B1FA-196FE74B39E7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230" name="TextBox 229">
            <a:extLst>
              <a:ext uri="{FF2B5EF4-FFF2-40B4-BE49-F238E27FC236}">
                <a16:creationId xmlns:a16="http://schemas.microsoft.com/office/drawing/2014/main" id="{35BEE0EF-C05D-3A44-814D-1AA8504429AD}"/>
              </a:ext>
            </a:extLst>
          </p:cNvPr>
          <p:cNvSpPr txBox="1"/>
          <p:nvPr/>
        </p:nvSpPr>
        <p:spPr>
          <a:xfrm>
            <a:off x="6540510" y="3440098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68k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86A8AF8B-BBA7-1C48-ABB6-C2E0D729582E}"/>
              </a:ext>
            </a:extLst>
          </p:cNvPr>
          <p:cNvCxnSpPr/>
          <p:nvPr/>
        </p:nvCxnSpPr>
        <p:spPr bwMode="auto">
          <a:xfrm flipV="1">
            <a:off x="6468501" y="3008049"/>
            <a:ext cx="0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EC7A1022-30A6-6245-BC53-CE5CFC09CEB9}"/>
              </a:ext>
            </a:extLst>
          </p:cNvPr>
          <p:cNvSpPr txBox="1"/>
          <p:nvPr/>
        </p:nvSpPr>
        <p:spPr>
          <a:xfrm>
            <a:off x="7116573" y="135186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E2C0872-4A86-6C46-BBD5-99BC918282B4}"/>
              </a:ext>
            </a:extLst>
          </p:cNvPr>
          <p:cNvSpPr txBox="1"/>
          <p:nvPr/>
        </p:nvSpPr>
        <p:spPr>
          <a:xfrm>
            <a:off x="7548621" y="221596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92D94C0-1093-9B4B-8616-1DFB0535AB25}"/>
              </a:ext>
            </a:extLst>
          </p:cNvPr>
          <p:cNvSpPr txBox="1"/>
          <p:nvPr/>
        </p:nvSpPr>
        <p:spPr>
          <a:xfrm>
            <a:off x="7908662" y="178391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05CD875-E130-0144-90C9-466C76EC581F}"/>
              </a:ext>
            </a:extLst>
          </p:cNvPr>
          <p:cNvSpPr txBox="1"/>
          <p:nvPr/>
        </p:nvSpPr>
        <p:spPr>
          <a:xfrm>
            <a:off x="6540510" y="207194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8AB7605-9CE9-834E-BA3D-1E1CBFA82B00}"/>
              </a:ext>
            </a:extLst>
          </p:cNvPr>
          <p:cNvSpPr txBox="1"/>
          <p:nvPr/>
        </p:nvSpPr>
        <p:spPr>
          <a:xfrm>
            <a:off x="6578851" y="38439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10u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949609EE-7CCA-6E4A-B4F7-200513920035}"/>
              </a:ext>
            </a:extLst>
          </p:cNvPr>
          <p:cNvGrpSpPr/>
          <p:nvPr/>
        </p:nvGrpSpPr>
        <p:grpSpPr>
          <a:xfrm>
            <a:off x="6383891" y="4297261"/>
            <a:ext cx="216024" cy="72008"/>
            <a:chOff x="3447628" y="4437112"/>
            <a:chExt cx="351656" cy="144016"/>
          </a:xfrm>
        </p:grpSpPr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7AEF0DB4-0E60-CA48-BC5A-2F438FEA19C7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1EDF7E35-5F25-BD4B-AB16-32A3A1AA63FD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96667C04-6AB2-3348-B10F-20BA1ED53AE7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38" name="Rectangle 237">
            <a:extLst>
              <a:ext uri="{FF2B5EF4-FFF2-40B4-BE49-F238E27FC236}">
                <a16:creationId xmlns:a16="http://schemas.microsoft.com/office/drawing/2014/main" id="{69B6A9AF-85C7-394E-B0BA-D0E430D72C44}"/>
              </a:ext>
            </a:extLst>
          </p:cNvPr>
          <p:cNvSpPr/>
          <p:nvPr/>
        </p:nvSpPr>
        <p:spPr bwMode="auto">
          <a:xfrm>
            <a:off x="5106019" y="2988642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</a:t>
            </a: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5F0871CB-7B52-0B4B-9477-1CB349D5F448}"/>
              </a:ext>
            </a:extLst>
          </p:cNvPr>
          <p:cNvSpPr/>
          <p:nvPr/>
        </p:nvSpPr>
        <p:spPr bwMode="auto">
          <a:xfrm>
            <a:off x="5859671" y="1639897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B3F263C-D59D-EA43-AA67-1F62D930AC47}"/>
              </a:ext>
            </a:extLst>
          </p:cNvPr>
          <p:cNvSpPr txBox="1"/>
          <p:nvPr/>
        </p:nvSpPr>
        <p:spPr>
          <a:xfrm>
            <a:off x="5211600" y="120785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1u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2ABE913-B56B-A54E-AB70-917C5D73610B}"/>
              </a:ext>
            </a:extLst>
          </p:cNvPr>
          <p:cNvSpPr txBox="1"/>
          <p:nvPr/>
        </p:nvSpPr>
        <p:spPr>
          <a:xfrm>
            <a:off x="5058225" y="3263341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5319CE35-B0F9-CA44-AEA6-ED92726AEDF1}"/>
              </a:ext>
            </a:extLst>
          </p:cNvPr>
          <p:cNvSpPr txBox="1"/>
          <p:nvPr/>
        </p:nvSpPr>
        <p:spPr>
          <a:xfrm>
            <a:off x="7803888" y="135186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6F1B54B-16BE-1F40-BA8B-11051FB2B993}"/>
              </a:ext>
            </a:extLst>
          </p:cNvPr>
          <p:cNvSpPr txBox="1"/>
          <p:nvPr/>
        </p:nvSpPr>
        <p:spPr>
          <a:xfrm>
            <a:off x="5465390" y="1156539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B6A173D-8F17-D840-99B4-A4C958311CEB}"/>
              </a:ext>
            </a:extLst>
          </p:cNvPr>
          <p:cNvGrpSpPr/>
          <p:nvPr/>
        </p:nvGrpSpPr>
        <p:grpSpPr>
          <a:xfrm>
            <a:off x="5073116" y="1576692"/>
            <a:ext cx="663743" cy="206732"/>
            <a:chOff x="5740858" y="1494076"/>
            <a:chExt cx="663743" cy="206732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E8C8DB91-2EB5-7646-A8F3-E97238A10EBF}"/>
                </a:ext>
              </a:extLst>
            </p:cNvPr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0A81223D-20DE-B64D-9594-13C77D19CAAD}"/>
                </a:ext>
              </a:extLst>
            </p:cNvPr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D3951EFA-5610-8346-B707-DE026A62A671}"/>
                </a:ext>
              </a:extLst>
            </p:cNvPr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E013EC18-E126-804D-9488-28ADEC037A3D}"/>
                </a:ext>
              </a:extLst>
            </p:cNvPr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48" name="Oval 247">
            <a:extLst>
              <a:ext uri="{FF2B5EF4-FFF2-40B4-BE49-F238E27FC236}">
                <a16:creationId xmlns:a16="http://schemas.microsoft.com/office/drawing/2014/main" id="{0230B0ED-4888-A044-8F78-4032B669F3D6}"/>
              </a:ext>
            </a:extLst>
          </p:cNvPr>
          <p:cNvSpPr/>
          <p:nvPr/>
        </p:nvSpPr>
        <p:spPr bwMode="auto">
          <a:xfrm>
            <a:off x="7370513" y="1176847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05E5644C-C680-E247-9788-EC511D4A2348}"/>
              </a:ext>
            </a:extLst>
          </p:cNvPr>
          <p:cNvSpPr/>
          <p:nvPr/>
        </p:nvSpPr>
        <p:spPr bwMode="auto">
          <a:xfrm>
            <a:off x="6439670" y="2974236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9E3A495-D243-874F-87AA-B17AD1C9385B}"/>
              </a:ext>
            </a:extLst>
          </p:cNvPr>
          <p:cNvSpPr txBox="1"/>
          <p:nvPr/>
        </p:nvSpPr>
        <p:spPr>
          <a:xfrm>
            <a:off x="6612518" y="407432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C3</a:t>
            </a: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96C73B9-C81E-FD4C-817B-5069033D46CE}"/>
              </a:ext>
            </a:extLst>
          </p:cNvPr>
          <p:cNvGrpSpPr/>
          <p:nvPr/>
        </p:nvGrpSpPr>
        <p:grpSpPr>
          <a:xfrm>
            <a:off x="6368978" y="3832601"/>
            <a:ext cx="357876" cy="455005"/>
            <a:chOff x="6136675" y="3232725"/>
            <a:chExt cx="357876" cy="455005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16D1CB32-4976-AB4B-87D8-32F344C264AE}"/>
                </a:ext>
              </a:extLst>
            </p:cNvPr>
            <p:cNvGrpSpPr/>
            <p:nvPr/>
          </p:nvGrpSpPr>
          <p:grpSpPr>
            <a:xfrm>
              <a:off x="6136675" y="3520332"/>
              <a:ext cx="255799" cy="116083"/>
              <a:chOff x="6067694" y="3337715"/>
              <a:chExt cx="435427" cy="223373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3551E6CB-6D07-3341-B503-6D6EBD12184E}"/>
                  </a:ext>
                </a:extLst>
              </p:cNvPr>
              <p:cNvSpPr/>
              <p:nvPr/>
            </p:nvSpPr>
            <p:spPr>
              <a:xfrm>
                <a:off x="6067694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95021A19-605F-2247-A158-F3611C382F78}"/>
                  </a:ext>
                </a:extLst>
              </p:cNvPr>
              <p:cNvSpPr/>
              <p:nvPr/>
            </p:nvSpPr>
            <p:spPr>
              <a:xfrm flipH="1">
                <a:off x="6079607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3BC71F7C-D020-8446-8A25-C8203F84FF3A}"/>
                </a:ext>
              </a:extLst>
            </p:cNvPr>
            <p:cNvCxnSpPr/>
            <p:nvPr/>
          </p:nvCxnSpPr>
          <p:spPr bwMode="auto">
            <a:xfrm flipH="1">
              <a:off x="6136675" y="3450454"/>
              <a:ext cx="2557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D295CD98-19B8-7F4F-8829-F69B617FC2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6" y="3279092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12FBCB83-E218-CA4B-8D8C-95DBB75073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5" y="3520953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BF705B46-1424-3643-9687-9E919A2A3A69}"/>
                </a:ext>
              </a:extLst>
            </p:cNvPr>
            <p:cNvSpPr txBox="1"/>
            <p:nvPr/>
          </p:nvSpPr>
          <p:spPr>
            <a:xfrm>
              <a:off x="6205689" y="3232725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254" name="TextBox 253">
            <a:extLst>
              <a:ext uri="{FF2B5EF4-FFF2-40B4-BE49-F238E27FC236}">
                <a16:creationId xmlns:a16="http://schemas.microsoft.com/office/drawing/2014/main" id="{E159523A-F1EF-2B48-907A-D45A1EE2CEB1}"/>
              </a:ext>
            </a:extLst>
          </p:cNvPr>
          <p:cNvSpPr txBox="1"/>
          <p:nvPr/>
        </p:nvSpPr>
        <p:spPr>
          <a:xfrm>
            <a:off x="8493541" y="1597943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C89843A-8433-B84F-AD4B-49771116E0D5}"/>
              </a:ext>
            </a:extLst>
          </p:cNvPr>
          <p:cNvSpPr txBox="1"/>
          <p:nvPr/>
        </p:nvSpPr>
        <p:spPr>
          <a:xfrm>
            <a:off x="7025370" y="75538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E0FE2F49-D741-CC4D-AA79-E4596C0E5DB1}"/>
              </a:ext>
            </a:extLst>
          </p:cNvPr>
          <p:cNvSpPr/>
          <p:nvPr/>
        </p:nvSpPr>
        <p:spPr bwMode="auto">
          <a:xfrm>
            <a:off x="8086753" y="203971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5FBB143E-DDAC-3644-9120-0852DAE9D41F}"/>
              </a:ext>
            </a:extLst>
          </p:cNvPr>
          <p:cNvCxnSpPr>
            <a:cxnSpLocks/>
          </p:cNvCxnSpPr>
          <p:nvPr/>
        </p:nvCxnSpPr>
        <p:spPr bwMode="auto">
          <a:xfrm flipH="1">
            <a:off x="4519440" y="1674671"/>
            <a:ext cx="860699" cy="269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1" name="Oval 300">
            <a:extLst>
              <a:ext uri="{FF2B5EF4-FFF2-40B4-BE49-F238E27FC236}">
                <a16:creationId xmlns:a16="http://schemas.microsoft.com/office/drawing/2014/main" id="{1558DEE8-BD47-1C4B-8753-6F7AC0438895}"/>
              </a:ext>
            </a:extLst>
          </p:cNvPr>
          <p:cNvSpPr/>
          <p:nvPr/>
        </p:nvSpPr>
        <p:spPr bwMode="auto">
          <a:xfrm>
            <a:off x="4236828" y="2126698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Verdana"/>
              <a:cs typeface="Verdana"/>
            </a:endParaRPr>
          </a:p>
        </p:txBody>
      </p:sp>
      <p:pic>
        <p:nvPicPr>
          <p:cNvPr id="302" name="Picture 301">
            <a:extLst>
              <a:ext uri="{FF2B5EF4-FFF2-40B4-BE49-F238E27FC236}">
                <a16:creationId xmlns:a16="http://schemas.microsoft.com/office/drawing/2014/main" id="{46B87D55-CED7-C14D-ABB0-23E5C4A70AB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85284" y="2198706"/>
            <a:ext cx="283592" cy="293720"/>
          </a:xfrm>
          <a:prstGeom prst="rect">
            <a:avLst/>
          </a:prstGeom>
        </p:spPr>
      </p:pic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E8145B65-534E-F64F-A4CA-927B8524B777}"/>
              </a:ext>
            </a:extLst>
          </p:cNvPr>
          <p:cNvCxnSpPr/>
          <p:nvPr/>
        </p:nvCxnSpPr>
        <p:spPr bwMode="auto">
          <a:xfrm>
            <a:off x="4524860" y="1694650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FA51CB87-FB27-6E47-B6A9-D7C1C99E7037}"/>
              </a:ext>
            </a:extLst>
          </p:cNvPr>
          <p:cNvGrpSpPr/>
          <p:nvPr/>
        </p:nvGrpSpPr>
        <p:grpSpPr>
          <a:xfrm>
            <a:off x="4380844" y="2630754"/>
            <a:ext cx="279648" cy="288032"/>
            <a:chOff x="3079204" y="2996952"/>
            <a:chExt cx="279648" cy="288032"/>
          </a:xfrm>
        </p:grpSpPr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A8193B3A-B7D7-F440-949A-88ABCFE16BBA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4368619D-EC4A-D741-A870-83431746575C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02584EF8-66C6-0C4A-90D0-1E4DBE3F5C90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8C8D0130-AEA3-0B40-AB79-85E4FDE8A359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9EF65AB2-F0ED-8C48-901E-08C0692F9AA4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10" name="TextBox 309">
            <a:extLst>
              <a:ext uri="{FF2B5EF4-FFF2-40B4-BE49-F238E27FC236}">
                <a16:creationId xmlns:a16="http://schemas.microsoft.com/office/drawing/2014/main" id="{438B7DD7-2A02-C245-9F1C-2EF7C6B23A4D}"/>
              </a:ext>
            </a:extLst>
          </p:cNvPr>
          <p:cNvSpPr txBox="1"/>
          <p:nvPr/>
        </p:nvSpPr>
        <p:spPr>
          <a:xfrm>
            <a:off x="4025979" y="15099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/>
                <a:cs typeface="Verdana"/>
              </a:rPr>
              <a:t>V</a:t>
            </a:r>
            <a:r>
              <a:rPr lang="en-US" baseline="-25000" dirty="0">
                <a:latin typeface="Verdana"/>
                <a:cs typeface="Verdana"/>
              </a:rPr>
              <a:t>G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16DFE486-8364-E745-A67B-9C7B899AF48E}"/>
              </a:ext>
            </a:extLst>
          </p:cNvPr>
          <p:cNvSpPr txBox="1"/>
          <p:nvPr/>
        </p:nvSpPr>
        <p:spPr>
          <a:xfrm>
            <a:off x="2297607" y="1750088"/>
            <a:ext cx="1741014" cy="6001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10kHz 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1V DC offset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868C8074-3149-684E-AE54-75D0E1C0AA7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97938" y="1659643"/>
            <a:ext cx="1204" cy="147894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19842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DBCCEF5-6C06-E846-AA44-4F051354BD79}"/>
              </a:ext>
            </a:extLst>
          </p:cNvPr>
          <p:cNvCxnSpPr>
            <a:cxnSpLocks/>
          </p:cNvCxnSpPr>
          <p:nvPr/>
        </p:nvCxnSpPr>
        <p:spPr bwMode="auto">
          <a:xfrm>
            <a:off x="4683166" y="3132658"/>
            <a:ext cx="5771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93333C06-2552-7442-8801-49213265EB8B}"/>
              </a:ext>
            </a:extLst>
          </p:cNvPr>
          <p:cNvSpPr txBox="1"/>
          <p:nvPr/>
        </p:nvSpPr>
        <p:spPr>
          <a:xfrm>
            <a:off x="6791224" y="1867827"/>
            <a:ext cx="1064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MCP6002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E062CEE-DDB0-4B43-8FD1-A5ACC0ABA4A1}"/>
              </a:ext>
            </a:extLst>
          </p:cNvPr>
          <p:cNvSpPr txBox="1"/>
          <p:nvPr/>
        </p:nvSpPr>
        <p:spPr>
          <a:xfrm>
            <a:off x="4347148" y="3155934"/>
            <a:ext cx="590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+2.5V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Vref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A2D21E3-DC8C-9745-A7E6-438D3B4CBB69}"/>
              </a:ext>
            </a:extLst>
          </p:cNvPr>
          <p:cNvCxnSpPr>
            <a:cxnSpLocks/>
          </p:cNvCxnSpPr>
          <p:nvPr/>
        </p:nvCxnSpPr>
        <p:spPr bwMode="auto">
          <a:xfrm flipH="1">
            <a:off x="4635123" y="3132658"/>
            <a:ext cx="1262814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93F04DED-5C5A-ED4A-836A-9CAFB8111CCD}"/>
              </a:ext>
            </a:extLst>
          </p:cNvPr>
          <p:cNvSpPr txBox="1"/>
          <p:nvPr/>
        </p:nvSpPr>
        <p:spPr>
          <a:xfrm>
            <a:off x="6540510" y="142387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E62B395-A9E5-AF4F-82B4-2A5D662F09F5}"/>
              </a:ext>
            </a:extLst>
          </p:cNvPr>
          <p:cNvGrpSpPr/>
          <p:nvPr/>
        </p:nvGrpSpPr>
        <p:grpSpPr>
          <a:xfrm>
            <a:off x="6828541" y="1351865"/>
            <a:ext cx="1152128" cy="1368152"/>
            <a:chOff x="2503140" y="2852936"/>
            <a:chExt cx="1440160" cy="1368152"/>
          </a:xfrm>
        </p:grpSpPr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9102B7B9-DE97-9F49-9A3D-EADC33283D39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24BBDBA2-A243-EA46-8A8F-F50FE5308E7E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D1BD6E7F-D1FD-414F-9245-C0BF896FCDA5}"/>
                </a:ext>
              </a:extLst>
            </p:cNvPr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83072E4-265E-0647-A64E-91713A2A986F}"/>
              </a:ext>
            </a:extLst>
          </p:cNvPr>
          <p:cNvCxnSpPr/>
          <p:nvPr/>
        </p:nvCxnSpPr>
        <p:spPr bwMode="auto">
          <a:xfrm>
            <a:off x="7404605" y="991825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E58086F-1A4D-2E43-97F5-6A079FC90943}"/>
              </a:ext>
            </a:extLst>
          </p:cNvPr>
          <p:cNvGrpSpPr/>
          <p:nvPr/>
        </p:nvGrpSpPr>
        <p:grpSpPr>
          <a:xfrm>
            <a:off x="7476613" y="2287969"/>
            <a:ext cx="279648" cy="288032"/>
            <a:chOff x="3079204" y="2996952"/>
            <a:chExt cx="279648" cy="288032"/>
          </a:xfrm>
        </p:grpSpPr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B2C504A-0348-7341-973F-2C856F99B528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68DCF890-C288-174E-B7A8-6435F5E78989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0F08FEE-A409-6B47-BF43-4A38F72F5489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51632C1-12B8-2348-BF3C-428A0006D83A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FEC6D6DB-733A-8143-83CC-E04510DDB21A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6CA54C30-621D-8846-A6DC-9FAAEAA2A187}"/>
              </a:ext>
            </a:extLst>
          </p:cNvPr>
          <p:cNvSpPr txBox="1"/>
          <p:nvPr/>
        </p:nvSpPr>
        <p:spPr>
          <a:xfrm>
            <a:off x="6791569" y="14931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DFED3192-E538-5E42-855E-D45E2CE3B9F4}"/>
              </a:ext>
            </a:extLst>
          </p:cNvPr>
          <p:cNvCxnSpPr/>
          <p:nvPr/>
        </p:nvCxnSpPr>
        <p:spPr bwMode="auto">
          <a:xfrm flipH="1">
            <a:off x="6873532" y="2389157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E614916-E52B-DB40-9FA3-CABDEF9CDC29}"/>
              </a:ext>
            </a:extLst>
          </p:cNvPr>
          <p:cNvCxnSpPr/>
          <p:nvPr/>
        </p:nvCxnSpPr>
        <p:spPr bwMode="auto">
          <a:xfrm flipH="1" flipV="1">
            <a:off x="5642433" y="1675901"/>
            <a:ext cx="1172578" cy="46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E7FE7DF-350E-FA43-B905-07C6FB0BC30F}"/>
              </a:ext>
            </a:extLst>
          </p:cNvPr>
          <p:cNvCxnSpPr/>
          <p:nvPr/>
        </p:nvCxnSpPr>
        <p:spPr bwMode="auto">
          <a:xfrm flipH="1" flipV="1">
            <a:off x="6468502" y="2359978"/>
            <a:ext cx="360041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18" name="Rectangle 217">
            <a:extLst>
              <a:ext uri="{FF2B5EF4-FFF2-40B4-BE49-F238E27FC236}">
                <a16:creationId xmlns:a16="http://schemas.microsoft.com/office/drawing/2014/main" id="{F595CCBC-E168-0A44-87EA-2D2F93CA607E}"/>
              </a:ext>
            </a:extLst>
          </p:cNvPr>
          <p:cNvSpPr/>
          <p:nvPr/>
        </p:nvSpPr>
        <p:spPr bwMode="auto">
          <a:xfrm>
            <a:off x="7260589" y="2864033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57EA7952-38EC-DB45-9BD7-73032F6D7997}"/>
              </a:ext>
            </a:extLst>
          </p:cNvPr>
          <p:cNvCxnSpPr/>
          <p:nvPr/>
        </p:nvCxnSpPr>
        <p:spPr bwMode="auto">
          <a:xfrm flipH="1">
            <a:off x="7764645" y="3008049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4742D60-2917-EB41-A891-463A05CF2512}"/>
              </a:ext>
            </a:extLst>
          </p:cNvPr>
          <p:cNvCxnSpPr/>
          <p:nvPr/>
        </p:nvCxnSpPr>
        <p:spPr bwMode="auto">
          <a:xfrm flipH="1">
            <a:off x="7980669" y="2071945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767BC67-7D7A-F145-AAEE-70A5A911BC2E}"/>
              </a:ext>
            </a:extLst>
          </p:cNvPr>
          <p:cNvCxnSpPr/>
          <p:nvPr/>
        </p:nvCxnSpPr>
        <p:spPr bwMode="auto">
          <a:xfrm flipV="1">
            <a:off x="8124685" y="2071945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0EE7C80-B215-0049-9EDB-AE256F5CB74D}"/>
              </a:ext>
            </a:extLst>
          </p:cNvPr>
          <p:cNvCxnSpPr/>
          <p:nvPr/>
        </p:nvCxnSpPr>
        <p:spPr bwMode="auto">
          <a:xfrm flipV="1">
            <a:off x="6468501" y="2359977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3F6720C-3C17-BD42-A672-C0FEF7E9A8FD}"/>
              </a:ext>
            </a:extLst>
          </p:cNvPr>
          <p:cNvCxnSpPr/>
          <p:nvPr/>
        </p:nvCxnSpPr>
        <p:spPr bwMode="auto">
          <a:xfrm flipH="1">
            <a:off x="6468501" y="3008049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4457E80B-BDE8-814C-90A6-A8BA7170102D}"/>
              </a:ext>
            </a:extLst>
          </p:cNvPr>
          <p:cNvSpPr/>
          <p:nvPr/>
        </p:nvSpPr>
        <p:spPr bwMode="auto">
          <a:xfrm>
            <a:off x="8772757" y="1999937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3C48C2D7-8461-1243-AABC-59AF87C4778D}"/>
              </a:ext>
            </a:extLst>
          </p:cNvPr>
          <p:cNvSpPr/>
          <p:nvPr/>
        </p:nvSpPr>
        <p:spPr bwMode="auto">
          <a:xfrm rot="5400000">
            <a:off x="6216473" y="3476101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8EF8C27-B3DF-1E44-9EA4-1D80D9F3A243}"/>
              </a:ext>
            </a:extLst>
          </p:cNvPr>
          <p:cNvSpPr txBox="1"/>
          <p:nvPr/>
        </p:nvSpPr>
        <p:spPr>
          <a:xfrm>
            <a:off x="7260590" y="3152066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8667E18-F3D1-3D4F-A912-4A7507AD1255}"/>
              </a:ext>
            </a:extLst>
          </p:cNvPr>
          <p:cNvGrpSpPr/>
          <p:nvPr/>
        </p:nvGrpSpPr>
        <p:grpSpPr>
          <a:xfrm>
            <a:off x="7404606" y="1135842"/>
            <a:ext cx="743996" cy="648071"/>
            <a:chOff x="2575148" y="1844825"/>
            <a:chExt cx="743996" cy="648071"/>
          </a:xfrm>
        </p:grpSpPr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F7A7EF34-0B1F-A745-A9DF-9D4546973342}"/>
                </a:ext>
              </a:extLst>
            </p:cNvPr>
            <p:cNvGrpSpPr/>
            <p:nvPr/>
          </p:nvGrpSpPr>
          <p:grpSpPr>
            <a:xfrm>
              <a:off x="2575148" y="1844825"/>
              <a:ext cx="743996" cy="504056"/>
              <a:chOff x="3511253" y="2048847"/>
              <a:chExt cx="743996" cy="588065"/>
            </a:xfrm>
          </p:grpSpPr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3B3269E6-1637-DE4C-BB28-EEA8E1951611}"/>
                  </a:ext>
                </a:extLst>
              </p:cNvPr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69D7C8A0-D419-F241-8EE3-490599AFE342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DABFA2A0-237E-9348-927F-E75D70DE1839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2ED025F2-F7EA-C346-A255-0CD9E77E798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21DCEBC6-BED5-F949-ABB0-E177D3A0AD48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B30E40E7-2358-7E49-9A55-ED3A9CAC8EB2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B4D9B888-6CC7-C849-8911-6A0E9D0A9E85}"/>
                  </a:ext>
                </a:extLst>
              </p:cNvPr>
              <p:cNvSpPr txBox="1"/>
              <p:nvPr/>
            </p:nvSpPr>
            <p:spPr>
              <a:xfrm>
                <a:off x="3772425" y="2048847"/>
                <a:ext cx="48282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0.1u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E834B7C8-1CD5-7344-9CF1-638B29F4675C}"/>
                </a:ext>
              </a:extLst>
            </p:cNvPr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FE984E24-5ADD-C64E-9AE1-999D1A7191F8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B7A729C2-B8EF-F649-A2B1-9F061E539CAD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A4EBAF27-C2F6-2540-BAE1-EC04A7E06C1E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CE3FB670-F5A2-5A44-A011-8448CDB43A37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D1FFF17A-7D31-EB46-B1FA-196FE74B39E7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230" name="TextBox 229">
            <a:extLst>
              <a:ext uri="{FF2B5EF4-FFF2-40B4-BE49-F238E27FC236}">
                <a16:creationId xmlns:a16="http://schemas.microsoft.com/office/drawing/2014/main" id="{35BEE0EF-C05D-3A44-814D-1AA8504429AD}"/>
              </a:ext>
            </a:extLst>
          </p:cNvPr>
          <p:cNvSpPr txBox="1"/>
          <p:nvPr/>
        </p:nvSpPr>
        <p:spPr>
          <a:xfrm>
            <a:off x="6540510" y="3440098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2k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86A8AF8B-BBA7-1C48-ABB6-C2E0D729582E}"/>
              </a:ext>
            </a:extLst>
          </p:cNvPr>
          <p:cNvCxnSpPr/>
          <p:nvPr/>
        </p:nvCxnSpPr>
        <p:spPr bwMode="auto">
          <a:xfrm flipV="1">
            <a:off x="6468501" y="3008049"/>
            <a:ext cx="0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EC7A1022-30A6-6245-BC53-CE5CFC09CEB9}"/>
              </a:ext>
            </a:extLst>
          </p:cNvPr>
          <p:cNvSpPr txBox="1"/>
          <p:nvPr/>
        </p:nvSpPr>
        <p:spPr>
          <a:xfrm>
            <a:off x="7116573" y="135186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E2C0872-4A86-6C46-BBD5-99BC918282B4}"/>
              </a:ext>
            </a:extLst>
          </p:cNvPr>
          <p:cNvSpPr txBox="1"/>
          <p:nvPr/>
        </p:nvSpPr>
        <p:spPr>
          <a:xfrm>
            <a:off x="7548621" y="221596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92D94C0-1093-9B4B-8616-1DFB0535AB25}"/>
              </a:ext>
            </a:extLst>
          </p:cNvPr>
          <p:cNvSpPr txBox="1"/>
          <p:nvPr/>
        </p:nvSpPr>
        <p:spPr>
          <a:xfrm>
            <a:off x="7908662" y="178391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05CD875-E130-0144-90C9-466C76EC581F}"/>
              </a:ext>
            </a:extLst>
          </p:cNvPr>
          <p:cNvSpPr txBox="1"/>
          <p:nvPr/>
        </p:nvSpPr>
        <p:spPr>
          <a:xfrm>
            <a:off x="6540510" y="207194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8AB7605-9CE9-834E-BA3D-1E1CBFA82B00}"/>
              </a:ext>
            </a:extLst>
          </p:cNvPr>
          <p:cNvSpPr txBox="1"/>
          <p:nvPr/>
        </p:nvSpPr>
        <p:spPr>
          <a:xfrm>
            <a:off x="6578851" y="3843920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10u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949609EE-7CCA-6E4A-B4F7-200513920035}"/>
              </a:ext>
            </a:extLst>
          </p:cNvPr>
          <p:cNvGrpSpPr/>
          <p:nvPr/>
        </p:nvGrpSpPr>
        <p:grpSpPr>
          <a:xfrm>
            <a:off x="6383891" y="4297261"/>
            <a:ext cx="216024" cy="72008"/>
            <a:chOff x="3447628" y="4437112"/>
            <a:chExt cx="351656" cy="144016"/>
          </a:xfrm>
        </p:grpSpPr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7AEF0DB4-0E60-CA48-BC5A-2F438FEA19C7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1EDF7E35-5F25-BD4B-AB16-32A3A1AA63FD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96667C04-6AB2-3348-B10F-20BA1ED53AE7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38" name="Rectangle 237">
            <a:extLst>
              <a:ext uri="{FF2B5EF4-FFF2-40B4-BE49-F238E27FC236}">
                <a16:creationId xmlns:a16="http://schemas.microsoft.com/office/drawing/2014/main" id="{69B6A9AF-85C7-394E-B0BA-D0E430D72C44}"/>
              </a:ext>
            </a:extLst>
          </p:cNvPr>
          <p:cNvSpPr/>
          <p:nvPr/>
        </p:nvSpPr>
        <p:spPr bwMode="auto">
          <a:xfrm>
            <a:off x="5106019" y="2988642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R3</a:t>
            </a: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5F0871CB-7B52-0B4B-9477-1CB349D5F448}"/>
              </a:ext>
            </a:extLst>
          </p:cNvPr>
          <p:cNvSpPr/>
          <p:nvPr/>
        </p:nvSpPr>
        <p:spPr bwMode="auto">
          <a:xfrm>
            <a:off x="5859671" y="1639897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B3F263C-D59D-EA43-AA67-1F62D930AC47}"/>
              </a:ext>
            </a:extLst>
          </p:cNvPr>
          <p:cNvSpPr txBox="1"/>
          <p:nvPr/>
        </p:nvSpPr>
        <p:spPr>
          <a:xfrm>
            <a:off x="5211600" y="120785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1u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2ABE913-B56B-A54E-AB70-917C5D73610B}"/>
              </a:ext>
            </a:extLst>
          </p:cNvPr>
          <p:cNvSpPr txBox="1"/>
          <p:nvPr/>
        </p:nvSpPr>
        <p:spPr>
          <a:xfrm>
            <a:off x="5058225" y="3263341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5319CE35-B0F9-CA44-AEA6-ED92726AEDF1}"/>
              </a:ext>
            </a:extLst>
          </p:cNvPr>
          <p:cNvSpPr txBox="1"/>
          <p:nvPr/>
        </p:nvSpPr>
        <p:spPr>
          <a:xfrm>
            <a:off x="7803888" y="1351866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6F1B54B-16BE-1F40-BA8B-11051FB2B993}"/>
              </a:ext>
            </a:extLst>
          </p:cNvPr>
          <p:cNvSpPr txBox="1"/>
          <p:nvPr/>
        </p:nvSpPr>
        <p:spPr>
          <a:xfrm>
            <a:off x="5465390" y="1156539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B6A173D-8F17-D840-99B4-A4C958311CEB}"/>
              </a:ext>
            </a:extLst>
          </p:cNvPr>
          <p:cNvGrpSpPr/>
          <p:nvPr/>
        </p:nvGrpSpPr>
        <p:grpSpPr>
          <a:xfrm>
            <a:off x="5073116" y="1576692"/>
            <a:ext cx="663743" cy="206732"/>
            <a:chOff x="5740858" y="1494076"/>
            <a:chExt cx="663743" cy="206732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E8C8DB91-2EB5-7646-A8F3-E97238A10EBF}"/>
                </a:ext>
              </a:extLst>
            </p:cNvPr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0A81223D-20DE-B64D-9594-13C77D19CAAD}"/>
                </a:ext>
              </a:extLst>
            </p:cNvPr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D3951EFA-5610-8346-B707-DE026A62A671}"/>
                </a:ext>
              </a:extLst>
            </p:cNvPr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E013EC18-E126-804D-9488-28ADEC037A3D}"/>
                </a:ext>
              </a:extLst>
            </p:cNvPr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48" name="Oval 247">
            <a:extLst>
              <a:ext uri="{FF2B5EF4-FFF2-40B4-BE49-F238E27FC236}">
                <a16:creationId xmlns:a16="http://schemas.microsoft.com/office/drawing/2014/main" id="{0230B0ED-4888-A044-8F78-4032B669F3D6}"/>
              </a:ext>
            </a:extLst>
          </p:cNvPr>
          <p:cNvSpPr/>
          <p:nvPr/>
        </p:nvSpPr>
        <p:spPr bwMode="auto">
          <a:xfrm>
            <a:off x="7370513" y="1176847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05E5644C-C680-E247-9788-EC511D4A2348}"/>
              </a:ext>
            </a:extLst>
          </p:cNvPr>
          <p:cNvSpPr/>
          <p:nvPr/>
        </p:nvSpPr>
        <p:spPr bwMode="auto">
          <a:xfrm>
            <a:off x="6439670" y="2974236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9E3A495-D243-874F-87AA-B17AD1C9385B}"/>
              </a:ext>
            </a:extLst>
          </p:cNvPr>
          <p:cNvSpPr txBox="1"/>
          <p:nvPr/>
        </p:nvSpPr>
        <p:spPr>
          <a:xfrm>
            <a:off x="6612518" y="407432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C3</a:t>
            </a: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96C73B9-C81E-FD4C-817B-5069033D46CE}"/>
              </a:ext>
            </a:extLst>
          </p:cNvPr>
          <p:cNvGrpSpPr/>
          <p:nvPr/>
        </p:nvGrpSpPr>
        <p:grpSpPr>
          <a:xfrm>
            <a:off x="6368978" y="3832601"/>
            <a:ext cx="357876" cy="455005"/>
            <a:chOff x="6136675" y="3232725"/>
            <a:chExt cx="357876" cy="455005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16D1CB32-4976-AB4B-87D8-32F344C264AE}"/>
                </a:ext>
              </a:extLst>
            </p:cNvPr>
            <p:cNvGrpSpPr/>
            <p:nvPr/>
          </p:nvGrpSpPr>
          <p:grpSpPr>
            <a:xfrm>
              <a:off x="6136675" y="3520332"/>
              <a:ext cx="255799" cy="116083"/>
              <a:chOff x="6067694" y="3337715"/>
              <a:chExt cx="435427" cy="223373"/>
            </a:xfrm>
          </p:grpSpPr>
          <p:sp>
            <p:nvSpPr>
              <p:cNvPr id="263" name="Arc 262">
                <a:extLst>
                  <a:ext uri="{FF2B5EF4-FFF2-40B4-BE49-F238E27FC236}">
                    <a16:creationId xmlns:a16="http://schemas.microsoft.com/office/drawing/2014/main" id="{3551E6CB-6D07-3341-B503-6D6EBD12184E}"/>
                  </a:ext>
                </a:extLst>
              </p:cNvPr>
              <p:cNvSpPr/>
              <p:nvPr/>
            </p:nvSpPr>
            <p:spPr>
              <a:xfrm>
                <a:off x="6067694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4" name="Arc 263">
                <a:extLst>
                  <a:ext uri="{FF2B5EF4-FFF2-40B4-BE49-F238E27FC236}">
                    <a16:creationId xmlns:a16="http://schemas.microsoft.com/office/drawing/2014/main" id="{95021A19-605F-2247-A158-F3611C382F78}"/>
                  </a:ext>
                </a:extLst>
              </p:cNvPr>
              <p:cNvSpPr/>
              <p:nvPr/>
            </p:nvSpPr>
            <p:spPr>
              <a:xfrm flipH="1">
                <a:off x="6079607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3BC71F7C-D020-8446-8A25-C8203F84FF3A}"/>
                </a:ext>
              </a:extLst>
            </p:cNvPr>
            <p:cNvCxnSpPr/>
            <p:nvPr/>
          </p:nvCxnSpPr>
          <p:spPr bwMode="auto">
            <a:xfrm flipH="1">
              <a:off x="6136675" y="3450454"/>
              <a:ext cx="2557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D295CD98-19B8-7F4F-8829-F69B617FC2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6" y="3279092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12FBCB83-E218-CA4B-8D8C-95DBB75073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5" y="3520953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BF705B46-1424-3643-9687-9E919A2A3A69}"/>
                </a:ext>
              </a:extLst>
            </p:cNvPr>
            <p:cNvSpPr txBox="1"/>
            <p:nvPr/>
          </p:nvSpPr>
          <p:spPr>
            <a:xfrm>
              <a:off x="6205689" y="3232725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254" name="TextBox 253">
            <a:extLst>
              <a:ext uri="{FF2B5EF4-FFF2-40B4-BE49-F238E27FC236}">
                <a16:creationId xmlns:a16="http://schemas.microsoft.com/office/drawing/2014/main" id="{E159523A-F1EF-2B48-907A-D45A1EE2CEB1}"/>
              </a:ext>
            </a:extLst>
          </p:cNvPr>
          <p:cNvSpPr txBox="1"/>
          <p:nvPr/>
        </p:nvSpPr>
        <p:spPr>
          <a:xfrm>
            <a:off x="8493541" y="1597943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C89843A-8433-B84F-AD4B-49771116E0D5}"/>
              </a:ext>
            </a:extLst>
          </p:cNvPr>
          <p:cNvSpPr txBox="1"/>
          <p:nvPr/>
        </p:nvSpPr>
        <p:spPr>
          <a:xfrm>
            <a:off x="7025370" y="75538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E0FE2F49-D741-CC4D-AA79-E4596C0E5DB1}"/>
              </a:ext>
            </a:extLst>
          </p:cNvPr>
          <p:cNvSpPr/>
          <p:nvPr/>
        </p:nvSpPr>
        <p:spPr bwMode="auto">
          <a:xfrm>
            <a:off x="8086753" y="203971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5FBB143E-DDAC-3644-9120-0852DAE9D41F}"/>
              </a:ext>
            </a:extLst>
          </p:cNvPr>
          <p:cNvCxnSpPr>
            <a:cxnSpLocks/>
          </p:cNvCxnSpPr>
          <p:nvPr/>
        </p:nvCxnSpPr>
        <p:spPr bwMode="auto">
          <a:xfrm flipH="1">
            <a:off x="4519440" y="1674671"/>
            <a:ext cx="860699" cy="269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438B7DD7-2A02-C245-9F1C-2EF7C6B23A4D}"/>
              </a:ext>
            </a:extLst>
          </p:cNvPr>
          <p:cNvSpPr txBox="1"/>
          <p:nvPr/>
        </p:nvSpPr>
        <p:spPr>
          <a:xfrm>
            <a:off x="2720654" y="133096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/>
                <a:cs typeface="Verdana"/>
              </a:rPr>
              <a:t>V</a:t>
            </a:r>
            <a:r>
              <a:rPr lang="en-US" baseline="-25000" dirty="0">
                <a:latin typeface="Verdana"/>
                <a:cs typeface="Verdana"/>
              </a:rPr>
              <a:t>G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868C8074-3149-684E-AE54-75D0E1C0AA7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97938" y="1659643"/>
            <a:ext cx="1204" cy="147894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9BF2D74-7DFB-3344-A039-06AD07F4615F}"/>
              </a:ext>
            </a:extLst>
          </p:cNvPr>
          <p:cNvCxnSpPr/>
          <p:nvPr/>
        </p:nvCxnSpPr>
        <p:spPr bwMode="auto">
          <a:xfrm flipH="1">
            <a:off x="2934766" y="1707918"/>
            <a:ext cx="279949" cy="10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CF33703-A873-1C49-A4EB-B14004D93F1E}"/>
              </a:ext>
            </a:extLst>
          </p:cNvPr>
          <p:cNvCxnSpPr/>
          <p:nvPr/>
        </p:nvCxnSpPr>
        <p:spPr bwMode="auto">
          <a:xfrm>
            <a:off x="2934766" y="1704620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7FD5F89-FEA3-FC48-A2B6-3D02F253EC31}"/>
              </a:ext>
            </a:extLst>
          </p:cNvPr>
          <p:cNvGrpSpPr/>
          <p:nvPr/>
        </p:nvGrpSpPr>
        <p:grpSpPr>
          <a:xfrm>
            <a:off x="2790750" y="2640724"/>
            <a:ext cx="279648" cy="288032"/>
            <a:chOff x="3079204" y="2996952"/>
            <a:chExt cx="279648" cy="28803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6988A9E-64CD-9B42-AAF9-C056AFE19EE4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037A031-2071-D740-BC18-EE99DC648D18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84FC6107-7AD6-4045-ABAA-7E837B09A31E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32F85AB-4E8F-E844-B8A7-1DF864A2DC5F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0466533B-4089-B64E-8200-A70C94265F45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C584175-222D-A74A-BFC9-A76D2CD65D2B}"/>
              </a:ext>
            </a:extLst>
          </p:cNvPr>
          <p:cNvGrpSpPr/>
          <p:nvPr/>
        </p:nvGrpSpPr>
        <p:grpSpPr>
          <a:xfrm>
            <a:off x="2954949" y="1564064"/>
            <a:ext cx="1188975" cy="601634"/>
            <a:chOff x="3821570" y="3243155"/>
            <a:chExt cx="1188975" cy="60163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24010F7-292A-574B-88B4-6C1C7C815291}"/>
                </a:ext>
              </a:extLst>
            </p:cNvPr>
            <p:cNvSpPr/>
            <p:nvPr/>
          </p:nvSpPr>
          <p:spPr bwMode="auto">
            <a:xfrm>
              <a:off x="4146449" y="3243155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R5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1A1ECEC-1908-A040-A031-A8D50CB665AE}"/>
                </a:ext>
              </a:extLst>
            </p:cNvPr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22670AE-A52A-D741-A83A-91E5899C6DA0}"/>
                </a:ext>
              </a:extLst>
            </p:cNvPr>
            <p:cNvCxnSpPr>
              <a:stCxn id="135" idx="1"/>
            </p:cNvCxnSpPr>
            <p:nvPr/>
          </p:nvCxnSpPr>
          <p:spPr bwMode="auto">
            <a:xfrm flipH="1">
              <a:off x="3821570" y="338717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31695A2-E343-A943-A780-F409FCD888DD}"/>
                </a:ext>
              </a:extLst>
            </p:cNvPr>
            <p:cNvSpPr txBox="1"/>
            <p:nvPr/>
          </p:nvSpPr>
          <p:spPr>
            <a:xfrm>
              <a:off x="4146449" y="3537012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100k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5F63272-FA34-CF43-9E3B-B49F2923169C}"/>
              </a:ext>
            </a:extLst>
          </p:cNvPr>
          <p:cNvGrpSpPr/>
          <p:nvPr/>
        </p:nvGrpSpPr>
        <p:grpSpPr>
          <a:xfrm rot="16200000">
            <a:off x="3708986" y="1997448"/>
            <a:ext cx="1188975" cy="601635"/>
            <a:chOff x="3821570" y="3243155"/>
            <a:chExt cx="1188975" cy="601635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EFFFE5E-BA3D-D64D-8F7D-A9407FB661A5}"/>
                </a:ext>
              </a:extLst>
            </p:cNvPr>
            <p:cNvSpPr/>
            <p:nvPr/>
          </p:nvSpPr>
          <p:spPr bwMode="auto">
            <a:xfrm>
              <a:off x="4146449" y="3243155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Verdana"/>
                  <a:cs typeface="Verdana"/>
                </a:rPr>
                <a:t>R6</a:t>
              </a:r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42F095C-C42E-A443-8F9A-011C48FC8280}"/>
                </a:ext>
              </a:extLst>
            </p:cNvPr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8549081-EBCB-814E-A537-543B617758A0}"/>
                </a:ext>
              </a:extLst>
            </p:cNvPr>
            <p:cNvCxnSpPr>
              <a:stCxn id="140" idx="1"/>
            </p:cNvCxnSpPr>
            <p:nvPr/>
          </p:nvCxnSpPr>
          <p:spPr bwMode="auto">
            <a:xfrm flipH="1">
              <a:off x="3821570" y="338717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4F4FDB4-1012-4F41-9509-CF47E2BE67D8}"/>
                </a:ext>
              </a:extLst>
            </p:cNvPr>
            <p:cNvSpPr txBox="1"/>
            <p:nvPr/>
          </p:nvSpPr>
          <p:spPr>
            <a:xfrm>
              <a:off x="4260675" y="3537013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Verdana"/>
                  <a:cs typeface="Verdana"/>
                </a:rPr>
                <a:t>1k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C20A287E-7B15-9542-A8CC-330DEC0367AC}"/>
              </a:ext>
            </a:extLst>
          </p:cNvPr>
          <p:cNvGrpSpPr/>
          <p:nvPr/>
        </p:nvGrpSpPr>
        <p:grpSpPr>
          <a:xfrm>
            <a:off x="3999386" y="2664073"/>
            <a:ext cx="279648" cy="288032"/>
            <a:chOff x="3079204" y="2996952"/>
            <a:chExt cx="279648" cy="288032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4A9E108-C0F3-F440-A8FE-5145C8870B0B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07FA1794-6A70-374E-A5FB-404E366B6A13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AA280D17-5FCB-E146-8002-B5EFD38A97BB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A6529DC-0869-394C-B751-41962CBC9AFC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0246797E-158A-A04F-B7EB-4F173471CB2D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DFC0727-B1EA-0C4B-B871-BFE2F65B9E8F}"/>
              </a:ext>
            </a:extLst>
          </p:cNvPr>
          <p:cNvCxnSpPr/>
          <p:nvPr/>
        </p:nvCxnSpPr>
        <p:spPr bwMode="auto">
          <a:xfrm flipH="1">
            <a:off x="4143402" y="1700685"/>
            <a:ext cx="440833" cy="82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6DCAE505-4B94-A745-8878-D5F399BCA0EA}"/>
              </a:ext>
            </a:extLst>
          </p:cNvPr>
          <p:cNvSpPr/>
          <p:nvPr/>
        </p:nvSpPr>
        <p:spPr>
          <a:xfrm>
            <a:off x="4112867" y="1667040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C15587D-9AB9-1046-96B5-280CD7127961}"/>
              </a:ext>
            </a:extLst>
          </p:cNvPr>
          <p:cNvSpPr txBox="1"/>
          <p:nvPr/>
        </p:nvSpPr>
        <p:spPr>
          <a:xfrm>
            <a:off x="922961" y="1473207"/>
            <a:ext cx="1723773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sine wave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2V peak-to-peak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1V DC offset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Verdana"/>
                <a:cs typeface="Verdana"/>
              </a:rPr>
              <a:t>100Hz – 100kHz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B2BB989-411F-9C45-80CD-29CD98B2B302}"/>
              </a:ext>
            </a:extLst>
          </p:cNvPr>
          <p:cNvGrpSpPr/>
          <p:nvPr/>
        </p:nvGrpSpPr>
        <p:grpSpPr>
          <a:xfrm>
            <a:off x="2702921" y="2136668"/>
            <a:ext cx="504056" cy="504056"/>
            <a:chOff x="2065825" y="2487507"/>
            <a:chExt cx="504056" cy="504056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EB1EBE5-E6A2-124D-B18C-794EB9A55976}"/>
                </a:ext>
              </a:extLst>
            </p:cNvPr>
            <p:cNvSpPr/>
            <p:nvPr/>
          </p:nvSpPr>
          <p:spPr bwMode="auto">
            <a:xfrm>
              <a:off x="2065825" y="2487507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E5D80EF3-51FD-904F-95CA-7C73CDCC1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2301" y="2559515"/>
              <a:ext cx="283592" cy="293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386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Straight Connector 84"/>
          <p:cNvCxnSpPr>
            <a:cxnSpLocks/>
          </p:cNvCxnSpPr>
          <p:nvPr/>
        </p:nvCxnSpPr>
        <p:spPr bwMode="auto">
          <a:xfrm flipV="1">
            <a:off x="3264316" y="1460587"/>
            <a:ext cx="0" cy="139214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4158850" y="1616505"/>
            <a:ext cx="1064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MCP6002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DE7112F-F778-E749-BA05-6C3DDB1FC605}"/>
              </a:ext>
            </a:extLst>
          </p:cNvPr>
          <p:cNvSpPr txBox="1"/>
          <p:nvPr/>
        </p:nvSpPr>
        <p:spPr>
          <a:xfrm>
            <a:off x="1502356" y="2678610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2.5V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Vref</a:t>
            </a: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DA69AB4D-FB23-B641-9676-BC968E2AD666}"/>
              </a:ext>
            </a:extLst>
          </p:cNvPr>
          <p:cNvCxnSpPr>
            <a:cxnSpLocks/>
          </p:cNvCxnSpPr>
          <p:nvPr/>
        </p:nvCxnSpPr>
        <p:spPr bwMode="auto">
          <a:xfrm flipH="1">
            <a:off x="2002749" y="2844392"/>
            <a:ext cx="1262814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3908136" y="117255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196167" y="1100543"/>
            <a:ext cx="1152128" cy="1368152"/>
            <a:chOff x="2503140" y="2852936"/>
            <a:chExt cx="1440160" cy="1368152"/>
          </a:xfrm>
        </p:grpSpPr>
        <p:cxnSp>
          <p:nvCxnSpPr>
            <p:cNvPr id="128" name="Straight Connector 127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9" name="Straight Connector 12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0" name="Straight Connector 129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40" name="Straight Connector 39"/>
          <p:cNvCxnSpPr/>
          <p:nvPr/>
        </p:nvCxnSpPr>
        <p:spPr bwMode="auto">
          <a:xfrm>
            <a:off x="4772231" y="740503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1" name="Group 40"/>
          <p:cNvGrpSpPr/>
          <p:nvPr/>
        </p:nvGrpSpPr>
        <p:grpSpPr>
          <a:xfrm>
            <a:off x="4844239" y="2036647"/>
            <a:ext cx="279648" cy="288032"/>
            <a:chOff x="3079204" y="2996952"/>
            <a:chExt cx="279648" cy="288032"/>
          </a:xfrm>
        </p:grpSpPr>
        <p:cxnSp>
          <p:nvCxnSpPr>
            <p:cNvPr id="123" name="Straight Connector 122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4" name="Group 123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6" name="Straight Connector 12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42" name="TextBox 41"/>
          <p:cNvSpPr txBox="1"/>
          <p:nvPr/>
        </p:nvSpPr>
        <p:spPr>
          <a:xfrm>
            <a:off x="4159195" y="12418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43" name="Straight Connector 42"/>
          <p:cNvCxnSpPr/>
          <p:nvPr/>
        </p:nvCxnSpPr>
        <p:spPr bwMode="auto">
          <a:xfrm flipH="1">
            <a:off x="4241158" y="213783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Straight Connector 43"/>
          <p:cNvCxnSpPr/>
          <p:nvPr/>
        </p:nvCxnSpPr>
        <p:spPr bwMode="auto">
          <a:xfrm flipH="1" flipV="1">
            <a:off x="3010059" y="1424579"/>
            <a:ext cx="1172578" cy="46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 flipH="1" flipV="1">
            <a:off x="3836128" y="2108656"/>
            <a:ext cx="360041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6" name="Rectangle 45"/>
          <p:cNvSpPr/>
          <p:nvPr/>
        </p:nvSpPr>
        <p:spPr bwMode="auto">
          <a:xfrm>
            <a:off x="4628215" y="2612711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</a:p>
        </p:txBody>
      </p:sp>
      <p:cxnSp>
        <p:nvCxnSpPr>
          <p:cNvPr id="47" name="Straight Connector 46"/>
          <p:cNvCxnSpPr/>
          <p:nvPr/>
        </p:nvCxnSpPr>
        <p:spPr bwMode="auto">
          <a:xfrm flipH="1">
            <a:off x="5132271" y="2756727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H="1">
            <a:off x="5348295" y="182062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5492311" y="182062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flipV="1">
            <a:off x="3836127" y="210865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3836127" y="2756727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7" name="Oval 56"/>
          <p:cNvSpPr/>
          <p:nvPr/>
        </p:nvSpPr>
        <p:spPr bwMode="auto">
          <a:xfrm>
            <a:off x="6140383" y="174861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 rot="5400000">
            <a:off x="3584099" y="3224779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8216" y="290074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4772232" y="884520"/>
            <a:ext cx="743996" cy="648071"/>
            <a:chOff x="2575148" y="1844825"/>
            <a:chExt cx="743996" cy="648071"/>
          </a:xfrm>
        </p:grpSpPr>
        <p:grpSp>
          <p:nvGrpSpPr>
            <p:cNvPr id="103" name="Group 102"/>
            <p:cNvGrpSpPr/>
            <p:nvPr/>
          </p:nvGrpSpPr>
          <p:grpSpPr>
            <a:xfrm>
              <a:off x="2575148" y="1844825"/>
              <a:ext cx="743996" cy="504056"/>
              <a:chOff x="3511253" y="2048847"/>
              <a:chExt cx="743996" cy="588065"/>
            </a:xfrm>
          </p:grpSpPr>
          <p:grpSp>
            <p:nvGrpSpPr>
              <p:cNvPr id="110" name="Group 109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13" name="Straight Connector 112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4" name="Straight Connector 113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5" name="Straight Connector 114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6" name="Straight Connector 115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7" name="Straight Connector 116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12" name="TextBox 111"/>
              <p:cNvSpPr txBox="1"/>
              <p:nvPr/>
            </p:nvSpPr>
            <p:spPr>
              <a:xfrm>
                <a:off x="3772425" y="2048847"/>
                <a:ext cx="48282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0.1u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105" name="Straight Connector 104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06" name="Group 105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07" name="Straight Connector 106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63" name="TextBox 62"/>
          <p:cNvSpPr txBox="1"/>
          <p:nvPr/>
        </p:nvSpPr>
        <p:spPr>
          <a:xfrm>
            <a:off x="3908136" y="318877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10k</a:t>
            </a:r>
          </a:p>
        </p:txBody>
      </p:sp>
      <p:cxnSp>
        <p:nvCxnSpPr>
          <p:cNvPr id="64" name="Straight Connector 63"/>
          <p:cNvCxnSpPr/>
          <p:nvPr/>
        </p:nvCxnSpPr>
        <p:spPr bwMode="auto">
          <a:xfrm flipV="1">
            <a:off x="3836127" y="2756727"/>
            <a:ext cx="0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4484199" y="110054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6247" y="196464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76288" y="153259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08136" y="182062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46477" y="359259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10u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3751517" y="4045939"/>
            <a:ext cx="216024" cy="72008"/>
            <a:chOff x="3447628" y="4437112"/>
            <a:chExt cx="351656" cy="144016"/>
          </a:xfrm>
        </p:grpSpPr>
        <p:cxnSp>
          <p:nvCxnSpPr>
            <p:cNvPr id="100" name="Straight Connector 99"/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1" name="Straight Connector 100"/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2" name="Straight Connector 101"/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84" name="Rectangle 83"/>
          <p:cNvSpPr/>
          <p:nvPr/>
        </p:nvSpPr>
        <p:spPr bwMode="auto">
          <a:xfrm>
            <a:off x="2473645" y="2700376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R3</a:t>
            </a:r>
          </a:p>
        </p:txBody>
      </p:sp>
      <p:sp>
        <p:nvSpPr>
          <p:cNvPr id="87" name="Oval 86"/>
          <p:cNvSpPr/>
          <p:nvPr/>
        </p:nvSpPr>
        <p:spPr bwMode="auto">
          <a:xfrm>
            <a:off x="3227297" y="1388575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579226" y="9565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1u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25851" y="297507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71514" y="1100544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33016" y="905217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</a:p>
        </p:txBody>
      </p:sp>
      <p:grpSp>
        <p:nvGrpSpPr>
          <p:cNvPr id="152" name="Group 151"/>
          <p:cNvGrpSpPr/>
          <p:nvPr/>
        </p:nvGrpSpPr>
        <p:grpSpPr>
          <a:xfrm>
            <a:off x="2440742" y="1325370"/>
            <a:ext cx="663743" cy="206732"/>
            <a:chOff x="5740858" y="1494076"/>
            <a:chExt cx="663743" cy="206732"/>
          </a:xfrm>
        </p:grpSpPr>
        <p:cxnSp>
          <p:nvCxnSpPr>
            <p:cNvPr id="157" name="Straight Connector 156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8" name="Straight Connector 157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0" name="Straight Connector 159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69" name="Oval 168">
            <a:extLst>
              <a:ext uri="{FF2B5EF4-FFF2-40B4-BE49-F238E27FC236}">
                <a16:creationId xmlns:a16="http://schemas.microsoft.com/office/drawing/2014/main" id="{BE44168B-82FC-A945-B912-0C6CA68AB9A5}"/>
              </a:ext>
            </a:extLst>
          </p:cNvPr>
          <p:cNvSpPr/>
          <p:nvPr/>
        </p:nvSpPr>
        <p:spPr bwMode="auto">
          <a:xfrm>
            <a:off x="4738139" y="925525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F0D1535-BCA3-2246-8DC9-009FE2DBAC0F}"/>
              </a:ext>
            </a:extLst>
          </p:cNvPr>
          <p:cNvSpPr/>
          <p:nvPr/>
        </p:nvSpPr>
        <p:spPr bwMode="auto">
          <a:xfrm>
            <a:off x="3807296" y="2722914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8901CD6-73F7-9941-B926-11C3ACB0B063}"/>
              </a:ext>
            </a:extLst>
          </p:cNvPr>
          <p:cNvSpPr txBox="1"/>
          <p:nvPr/>
        </p:nvSpPr>
        <p:spPr>
          <a:xfrm>
            <a:off x="3980144" y="3823001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DF5EB4-FE92-904F-B807-E698D116E72C}"/>
              </a:ext>
            </a:extLst>
          </p:cNvPr>
          <p:cNvGrpSpPr/>
          <p:nvPr/>
        </p:nvGrpSpPr>
        <p:grpSpPr>
          <a:xfrm>
            <a:off x="3736604" y="3581279"/>
            <a:ext cx="357876" cy="455005"/>
            <a:chOff x="6136675" y="3232725"/>
            <a:chExt cx="357876" cy="45500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5167B0-6947-524C-8F6E-7DBFAE06010D}"/>
                </a:ext>
              </a:extLst>
            </p:cNvPr>
            <p:cNvGrpSpPr/>
            <p:nvPr/>
          </p:nvGrpSpPr>
          <p:grpSpPr>
            <a:xfrm>
              <a:off x="6136675" y="3520332"/>
              <a:ext cx="255799" cy="116083"/>
              <a:chOff x="6067694" y="3337715"/>
              <a:chExt cx="435427" cy="223373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BDB3376B-04C6-9240-8941-EC554B3A66D1}"/>
                  </a:ext>
                </a:extLst>
              </p:cNvPr>
              <p:cNvSpPr/>
              <p:nvPr/>
            </p:nvSpPr>
            <p:spPr>
              <a:xfrm>
                <a:off x="6067694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8" name="Arc 287">
                <a:extLst>
                  <a:ext uri="{FF2B5EF4-FFF2-40B4-BE49-F238E27FC236}">
                    <a16:creationId xmlns:a16="http://schemas.microsoft.com/office/drawing/2014/main" id="{0F170AF9-4E89-6A48-94B9-E4AF9EC3EC37}"/>
                  </a:ext>
                </a:extLst>
              </p:cNvPr>
              <p:cNvSpPr/>
              <p:nvPr/>
            </p:nvSpPr>
            <p:spPr>
              <a:xfrm flipH="1">
                <a:off x="6079607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4922702C-32BA-8747-AB5B-BF583568CE96}"/>
                </a:ext>
              </a:extLst>
            </p:cNvPr>
            <p:cNvCxnSpPr/>
            <p:nvPr/>
          </p:nvCxnSpPr>
          <p:spPr bwMode="auto">
            <a:xfrm flipH="1">
              <a:off x="6136675" y="3450454"/>
              <a:ext cx="2557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D3B5EBEE-4433-CE4E-95DE-8468DDB44F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6" y="3279092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6EE7729-154F-804B-9C1E-0F93A607B1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5" y="3520953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BE2A5D67-3A01-6A44-B516-35A616A8BD00}"/>
                </a:ext>
              </a:extLst>
            </p:cNvPr>
            <p:cNvSpPr txBox="1"/>
            <p:nvPr/>
          </p:nvSpPr>
          <p:spPr>
            <a:xfrm>
              <a:off x="6205689" y="3232725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398" name="TextBox 397">
            <a:extLst>
              <a:ext uri="{FF2B5EF4-FFF2-40B4-BE49-F238E27FC236}">
                <a16:creationId xmlns:a16="http://schemas.microsoft.com/office/drawing/2014/main" id="{3E11CC7C-48E7-8043-87D3-CA0E4CC99457}"/>
              </a:ext>
            </a:extLst>
          </p:cNvPr>
          <p:cNvSpPr txBox="1"/>
          <p:nvPr/>
        </p:nvSpPr>
        <p:spPr>
          <a:xfrm>
            <a:off x="5861167" y="1346621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5CAFD584-1341-184F-91ED-D9BF2A51F126}"/>
              </a:ext>
            </a:extLst>
          </p:cNvPr>
          <p:cNvSpPr txBox="1"/>
          <p:nvPr/>
        </p:nvSpPr>
        <p:spPr>
          <a:xfrm>
            <a:off x="4392996" y="50406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E36A0B81-1F42-1A48-890B-CB86CE3809C2}"/>
              </a:ext>
            </a:extLst>
          </p:cNvPr>
          <p:cNvSpPr/>
          <p:nvPr/>
        </p:nvSpPr>
        <p:spPr bwMode="auto">
          <a:xfrm>
            <a:off x="5454379" y="1788391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72EC0573-39CF-944A-BDF3-CAF9FAB942DA}"/>
              </a:ext>
            </a:extLst>
          </p:cNvPr>
          <p:cNvSpPr txBox="1"/>
          <p:nvPr/>
        </p:nvSpPr>
        <p:spPr>
          <a:xfrm>
            <a:off x="7934526" y="2023386"/>
            <a:ext cx="1064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½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MCP6002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FFEC5B29-CEDA-3D4E-B456-1B353895C096}"/>
              </a:ext>
            </a:extLst>
          </p:cNvPr>
          <p:cNvSpPr txBox="1"/>
          <p:nvPr/>
        </p:nvSpPr>
        <p:spPr>
          <a:xfrm>
            <a:off x="6752601" y="2303639"/>
            <a:ext cx="50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2.5V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Vref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4D0DC04-1915-0642-A3A3-B81F7F00C2F4}"/>
              </a:ext>
            </a:extLst>
          </p:cNvPr>
          <p:cNvCxnSpPr/>
          <p:nvPr/>
        </p:nvCxnSpPr>
        <p:spPr bwMode="auto">
          <a:xfrm flipV="1">
            <a:off x="11414622" y="5249704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F1C69B76-253C-314A-B5DF-0EA433EA8ABB}"/>
              </a:ext>
            </a:extLst>
          </p:cNvPr>
          <p:cNvCxnSpPr/>
          <p:nvPr/>
        </p:nvCxnSpPr>
        <p:spPr bwMode="auto">
          <a:xfrm flipH="1">
            <a:off x="11414622" y="5681752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3E69ECC-4AEC-DE43-917D-131532F5A61A}"/>
              </a:ext>
            </a:extLst>
          </p:cNvPr>
          <p:cNvGrpSpPr/>
          <p:nvPr/>
        </p:nvGrpSpPr>
        <p:grpSpPr>
          <a:xfrm>
            <a:off x="11294684" y="5609744"/>
            <a:ext cx="360040" cy="360040"/>
            <a:chOff x="8767836" y="3212976"/>
            <a:chExt cx="360040" cy="360040"/>
          </a:xfrm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36CB3D25-8D1D-D943-8D9F-E5E0B1C522E2}"/>
                </a:ext>
              </a:extLst>
            </p:cNvPr>
            <p:cNvSpPr/>
            <p:nvPr/>
          </p:nvSpPr>
          <p:spPr bwMode="auto">
            <a:xfrm>
              <a:off x="8767836" y="3212976"/>
              <a:ext cx="144016" cy="36004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40A2E009-CD38-B047-BF5B-93AB027330C3}"/>
                </a:ext>
              </a:extLst>
            </p:cNvPr>
            <p:cNvCxnSpPr/>
            <p:nvPr/>
          </p:nvCxnSpPr>
          <p:spPr bwMode="auto">
            <a:xfrm flipV="1">
              <a:off x="8911852" y="3212976"/>
              <a:ext cx="216024" cy="720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9388144A-A35E-3243-9144-71552853C6C5}"/>
                </a:ext>
              </a:extLst>
            </p:cNvPr>
            <p:cNvCxnSpPr/>
            <p:nvPr/>
          </p:nvCxnSpPr>
          <p:spPr bwMode="auto">
            <a:xfrm>
              <a:off x="8911852" y="3501008"/>
              <a:ext cx="216024" cy="720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B784FFF-2B0D-A44D-8F01-6EA18385322A}"/>
                </a:ext>
              </a:extLst>
            </p:cNvPr>
            <p:cNvCxnSpPr/>
            <p:nvPr/>
          </p:nvCxnSpPr>
          <p:spPr bwMode="auto">
            <a:xfrm>
              <a:off x="9127876" y="3212976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64257AD3-A7F1-FD49-9B69-554F55F9FB61}"/>
              </a:ext>
            </a:extLst>
          </p:cNvPr>
          <p:cNvCxnSpPr/>
          <p:nvPr/>
        </p:nvCxnSpPr>
        <p:spPr bwMode="auto">
          <a:xfrm flipH="1">
            <a:off x="11146777" y="5897776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9DDCBFB8-B49E-9048-BE48-09B92F44D676}"/>
              </a:ext>
            </a:extLst>
          </p:cNvPr>
          <p:cNvCxnSpPr/>
          <p:nvPr/>
        </p:nvCxnSpPr>
        <p:spPr bwMode="auto">
          <a:xfrm flipV="1">
            <a:off x="11150668" y="5897776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7F0A200-B396-1D4C-972D-525522AC5AAF}"/>
              </a:ext>
            </a:extLst>
          </p:cNvPr>
          <p:cNvGrpSpPr/>
          <p:nvPr/>
        </p:nvGrpSpPr>
        <p:grpSpPr>
          <a:xfrm>
            <a:off x="11078660" y="6329824"/>
            <a:ext cx="216024" cy="72008"/>
            <a:chOff x="3447628" y="4437112"/>
            <a:chExt cx="351656" cy="144016"/>
          </a:xfrm>
        </p:grpSpPr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72C70DB0-3622-E04D-9D6B-309674A17A93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B77C263F-11DB-BF43-8EAE-B0A13B3CB8F2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A439F50-9681-8148-914A-9D8D4B37D8AD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AE132E62-E498-0E44-B55E-CCBC1B83C844}"/>
              </a:ext>
            </a:extLst>
          </p:cNvPr>
          <p:cNvSpPr txBox="1"/>
          <p:nvPr/>
        </p:nvSpPr>
        <p:spPr>
          <a:xfrm>
            <a:off x="11499158" y="5262391"/>
            <a:ext cx="455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600" dirty="0">
                <a:solidFill>
                  <a:srgbClr val="FF0000"/>
                </a:solidFill>
                <a:latin typeface="Symbol" pitchFamily="2" charset="2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314" name="Straight Connector 313"/>
          <p:cNvCxnSpPr/>
          <p:nvPr/>
        </p:nvCxnSpPr>
        <p:spPr bwMode="auto">
          <a:xfrm flipH="1">
            <a:off x="6241820" y="1823631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98" name="TextBox 297"/>
          <p:cNvSpPr txBox="1"/>
          <p:nvPr/>
        </p:nvSpPr>
        <p:spPr>
          <a:xfrm>
            <a:off x="7637548" y="158587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299" name="Group 298"/>
          <p:cNvGrpSpPr/>
          <p:nvPr/>
        </p:nvGrpSpPr>
        <p:grpSpPr>
          <a:xfrm>
            <a:off x="7937555" y="1472584"/>
            <a:ext cx="1152128" cy="1368152"/>
            <a:chOff x="2503140" y="2852936"/>
            <a:chExt cx="1440160" cy="1368152"/>
          </a:xfrm>
        </p:grpSpPr>
        <p:cxnSp>
          <p:nvCxnSpPr>
            <p:cNvPr id="316" name="Straight Connector 315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7" name="Straight Connector 316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8" name="Straight Connector 317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00" name="TextBox 299"/>
          <p:cNvSpPr txBox="1"/>
          <p:nvPr/>
        </p:nvSpPr>
        <p:spPr>
          <a:xfrm>
            <a:off x="7908455" y="229051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01" name="Straight Connector 300"/>
          <p:cNvCxnSpPr/>
          <p:nvPr/>
        </p:nvCxnSpPr>
        <p:spPr bwMode="auto">
          <a:xfrm flipH="1">
            <a:off x="8041631" y="1828008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2" name="Straight Connector 301"/>
          <p:cNvCxnSpPr>
            <a:cxnSpLocks/>
          </p:cNvCxnSpPr>
          <p:nvPr/>
        </p:nvCxnSpPr>
        <p:spPr bwMode="auto">
          <a:xfrm flipH="1" flipV="1">
            <a:off x="7265742" y="2469663"/>
            <a:ext cx="671813" cy="110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3" name="Straight Connector 302"/>
          <p:cNvCxnSpPr/>
          <p:nvPr/>
        </p:nvCxnSpPr>
        <p:spPr bwMode="auto">
          <a:xfrm flipH="1">
            <a:off x="7564342" y="1154785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4" name="Rectangle 303"/>
          <p:cNvSpPr/>
          <p:nvPr/>
        </p:nvSpPr>
        <p:spPr bwMode="auto">
          <a:xfrm>
            <a:off x="8153123" y="1001044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R10</a:t>
            </a:r>
          </a:p>
        </p:txBody>
      </p:sp>
      <p:cxnSp>
        <p:nvCxnSpPr>
          <p:cNvPr id="305" name="Straight Connector 304"/>
          <p:cNvCxnSpPr/>
          <p:nvPr/>
        </p:nvCxnSpPr>
        <p:spPr bwMode="auto">
          <a:xfrm flipH="1">
            <a:off x="9089683" y="2192664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6" name="Straight Connector 305"/>
          <p:cNvCxnSpPr/>
          <p:nvPr/>
        </p:nvCxnSpPr>
        <p:spPr bwMode="auto">
          <a:xfrm flipV="1">
            <a:off x="9245961" y="1147652"/>
            <a:ext cx="0" cy="10450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7" name="Straight Connector 306"/>
          <p:cNvCxnSpPr/>
          <p:nvPr/>
        </p:nvCxnSpPr>
        <p:spPr bwMode="auto">
          <a:xfrm flipV="1">
            <a:off x="7572488" y="1162330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9" name="TextBox 308"/>
          <p:cNvSpPr txBox="1"/>
          <p:nvPr/>
        </p:nvSpPr>
        <p:spPr>
          <a:xfrm>
            <a:off x="9385154" y="1595577"/>
            <a:ext cx="42351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9017675" y="190463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7665409" y="247972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12" name="Oval 311"/>
          <p:cNvSpPr/>
          <p:nvPr/>
        </p:nvSpPr>
        <p:spPr bwMode="auto">
          <a:xfrm>
            <a:off x="7536484" y="1791399"/>
            <a:ext cx="72008" cy="7200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ectangle 314"/>
          <p:cNvSpPr/>
          <p:nvPr/>
        </p:nvSpPr>
        <p:spPr bwMode="auto">
          <a:xfrm>
            <a:off x="6761686" y="167676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R9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C9B834E-F2F0-6F4C-B209-C3E207F3C528}"/>
              </a:ext>
            </a:extLst>
          </p:cNvPr>
          <p:cNvSpPr txBox="1"/>
          <p:nvPr/>
        </p:nvSpPr>
        <p:spPr>
          <a:xfrm>
            <a:off x="8076027" y="659606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74EACF4-1C2E-CD4F-900E-4AAED9629E98}"/>
              </a:ext>
            </a:extLst>
          </p:cNvPr>
          <p:cNvSpPr txBox="1"/>
          <p:nvPr/>
        </p:nvSpPr>
        <p:spPr>
          <a:xfrm>
            <a:off x="6752601" y="1378698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DC0107A0-A9B5-0240-897D-EE0D3396EE78}"/>
              </a:ext>
            </a:extLst>
          </p:cNvPr>
          <p:cNvSpPr/>
          <p:nvPr/>
        </p:nvSpPr>
        <p:spPr bwMode="auto">
          <a:xfrm>
            <a:off x="9216905" y="2152706"/>
            <a:ext cx="72008" cy="7200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BC3079CD-1384-D642-A743-FDC75B3DDD5F}"/>
              </a:ext>
            </a:extLst>
          </p:cNvPr>
          <p:cNvGrpSpPr/>
          <p:nvPr/>
        </p:nvGrpSpPr>
        <p:grpSpPr>
          <a:xfrm>
            <a:off x="8523281" y="2591682"/>
            <a:ext cx="1417656" cy="1833389"/>
            <a:chOff x="894141" y="1079875"/>
            <a:chExt cx="2449956" cy="3531416"/>
          </a:xfrm>
        </p:grpSpPr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C6C56137-0701-DF43-943D-F7950A537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64843" y="2044481"/>
              <a:ext cx="3333421" cy="1800200"/>
            </a:xfrm>
            <a:prstGeom prst="rect">
              <a:avLst/>
            </a:prstGeom>
          </p:spPr>
        </p:pic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2C814FC1-25EA-FD49-951B-94E31EAD5BD3}"/>
                </a:ext>
              </a:extLst>
            </p:cNvPr>
            <p:cNvCxnSpPr/>
            <p:nvPr/>
          </p:nvCxnSpPr>
          <p:spPr>
            <a:xfrm>
              <a:off x="1110456" y="1436232"/>
              <a:ext cx="0" cy="803649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8D56463-7462-CE4A-BAFA-7B65764C2D08}"/>
                </a:ext>
              </a:extLst>
            </p:cNvPr>
            <p:cNvCxnSpPr/>
            <p:nvPr/>
          </p:nvCxnSpPr>
          <p:spPr>
            <a:xfrm>
              <a:off x="1110456" y="2213178"/>
              <a:ext cx="312735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BBD7B4F6-5103-FC43-BDA9-0C32FB9B0654}"/>
                </a:ext>
              </a:extLst>
            </p:cNvPr>
            <p:cNvSpPr txBox="1"/>
            <p:nvPr/>
          </p:nvSpPr>
          <p:spPr>
            <a:xfrm>
              <a:off x="894141" y="1079875"/>
              <a:ext cx="519467" cy="462376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5V</a:t>
              </a: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BA2C3E43-8A06-0542-A7DC-AE51FD2A6C46}"/>
                </a:ext>
              </a:extLst>
            </p:cNvPr>
            <p:cNvCxnSpPr/>
            <p:nvPr/>
          </p:nvCxnSpPr>
          <p:spPr>
            <a:xfrm>
              <a:off x="3189637" y="3652070"/>
              <a:ext cx="0" cy="803649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5060AC28-F1F7-FC45-AD1C-00AD78596645}"/>
                </a:ext>
              </a:extLst>
            </p:cNvPr>
            <p:cNvCxnSpPr/>
            <p:nvPr/>
          </p:nvCxnSpPr>
          <p:spPr>
            <a:xfrm>
              <a:off x="2871320" y="3663019"/>
              <a:ext cx="31273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077A898A-D1C8-E84E-8A15-2C928629BEE6}"/>
                </a:ext>
              </a:extLst>
            </p:cNvPr>
            <p:cNvGrpSpPr/>
            <p:nvPr/>
          </p:nvGrpSpPr>
          <p:grpSpPr>
            <a:xfrm>
              <a:off x="2980220" y="4467883"/>
              <a:ext cx="363877" cy="136466"/>
              <a:chOff x="8119490" y="1641231"/>
              <a:chExt cx="363877" cy="136466"/>
            </a:xfrm>
          </p:grpSpPr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3B60A234-A769-B941-8849-8916585D87A2}"/>
                  </a:ext>
                </a:extLst>
              </p:cNvPr>
              <p:cNvCxnSpPr/>
              <p:nvPr/>
            </p:nvCxnSpPr>
            <p:spPr>
              <a:xfrm flipV="1">
                <a:off x="8119490" y="1641231"/>
                <a:ext cx="363877" cy="1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B6828C1A-A825-1548-BAD1-DCAD6D99C526}"/>
                  </a:ext>
                </a:extLst>
              </p:cNvPr>
              <p:cNvCxnSpPr/>
              <p:nvPr/>
            </p:nvCxnSpPr>
            <p:spPr>
              <a:xfrm flipV="1">
                <a:off x="8207647" y="1709463"/>
                <a:ext cx="187799" cy="2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37EEFB64-DECC-B849-8162-87126FCF5797}"/>
                  </a:ext>
                </a:extLst>
              </p:cNvPr>
              <p:cNvCxnSpPr/>
              <p:nvPr/>
            </p:nvCxnSpPr>
            <p:spPr>
              <a:xfrm>
                <a:off x="8246959" y="1777697"/>
                <a:ext cx="128949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7" name="Rectangle 336">
            <a:extLst>
              <a:ext uri="{FF2B5EF4-FFF2-40B4-BE49-F238E27FC236}">
                <a16:creationId xmlns:a16="http://schemas.microsoft.com/office/drawing/2014/main" id="{3B897877-16B8-3D4D-B7B9-62E4B82CBC29}"/>
              </a:ext>
            </a:extLst>
          </p:cNvPr>
          <p:cNvSpPr/>
          <p:nvPr/>
        </p:nvSpPr>
        <p:spPr>
          <a:xfrm>
            <a:off x="9055021" y="3262752"/>
            <a:ext cx="675360" cy="318528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solidFill>
              <a:srgbClr val="B90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27E42A6-C85D-7346-9A1B-CB7A9F8276DA}"/>
              </a:ext>
            </a:extLst>
          </p:cNvPr>
          <p:cNvSpPr/>
          <p:nvPr/>
        </p:nvSpPr>
        <p:spPr>
          <a:xfrm>
            <a:off x="8754133" y="3555577"/>
            <a:ext cx="631022" cy="318528"/>
          </a:xfrm>
          <a:prstGeom prst="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0ADE01A8-7595-8E44-8D0D-78271D6F83CC}"/>
              </a:ext>
            </a:extLst>
          </p:cNvPr>
          <p:cNvCxnSpPr>
            <a:cxnSpLocks/>
            <a:stCxn id="337" idx="0"/>
          </p:cNvCxnSpPr>
          <p:nvPr/>
        </p:nvCxnSpPr>
        <p:spPr>
          <a:xfrm flipH="1" flipV="1">
            <a:off x="8649291" y="2335870"/>
            <a:ext cx="743410" cy="92688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AFC6F041-847E-4243-97AE-97849E31634F}"/>
              </a:ext>
            </a:extLst>
          </p:cNvPr>
          <p:cNvCxnSpPr>
            <a:cxnSpLocks/>
          </p:cNvCxnSpPr>
          <p:nvPr/>
        </p:nvCxnSpPr>
        <p:spPr>
          <a:xfrm flipH="1" flipV="1">
            <a:off x="5179752" y="2053259"/>
            <a:ext cx="3568840" cy="16577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762B09C-18D1-E640-8FC5-72AC96D590C9}"/>
              </a:ext>
            </a:extLst>
          </p:cNvPr>
          <p:cNvCxnSpPr>
            <a:cxnSpLocks/>
          </p:cNvCxnSpPr>
          <p:nvPr/>
        </p:nvCxnSpPr>
        <p:spPr bwMode="auto">
          <a:xfrm>
            <a:off x="2724002" y="2859971"/>
            <a:ext cx="5771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CFC42860-8AC5-DC4C-A038-F5BF6B5DF93A}"/>
              </a:ext>
            </a:extLst>
          </p:cNvPr>
          <p:cNvSpPr txBox="1"/>
          <p:nvPr/>
        </p:nvSpPr>
        <p:spPr>
          <a:xfrm>
            <a:off x="761490" y="105827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Verdana"/>
                <a:cs typeface="Verdana"/>
              </a:rPr>
              <a:t>V</a:t>
            </a:r>
            <a:r>
              <a:rPr lang="en-US" baseline="-25000" dirty="0">
                <a:latin typeface="Verdana"/>
                <a:cs typeface="Verdana"/>
              </a:rPr>
              <a:t>G</a:t>
            </a:r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5E0AE513-DCAC-D849-89C6-945F78625E9F}"/>
              </a:ext>
            </a:extLst>
          </p:cNvPr>
          <p:cNvCxnSpPr/>
          <p:nvPr/>
        </p:nvCxnSpPr>
        <p:spPr bwMode="auto">
          <a:xfrm flipH="1">
            <a:off x="975602" y="1435231"/>
            <a:ext cx="279949" cy="10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8A8839C-0A9A-044E-AA87-E4BC546F8235}"/>
              </a:ext>
            </a:extLst>
          </p:cNvPr>
          <p:cNvCxnSpPr/>
          <p:nvPr/>
        </p:nvCxnSpPr>
        <p:spPr bwMode="auto">
          <a:xfrm>
            <a:off x="975602" y="1431933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F0C61FFC-115B-2F44-94EB-73E4831AC337}"/>
              </a:ext>
            </a:extLst>
          </p:cNvPr>
          <p:cNvGrpSpPr/>
          <p:nvPr/>
        </p:nvGrpSpPr>
        <p:grpSpPr>
          <a:xfrm>
            <a:off x="831586" y="2368037"/>
            <a:ext cx="279648" cy="288032"/>
            <a:chOff x="3079204" y="2996952"/>
            <a:chExt cx="279648" cy="288032"/>
          </a:xfrm>
        </p:grpSpPr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68877854-5028-A44D-9FE3-1EB5856EEAAF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E9D9BD66-F7F0-C241-8915-D011E03E2908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D6E82376-27BC-1B4D-9486-0694A4032F4F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D3A86E26-FBE4-3D46-B169-5B3D4F62557C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0AFEAD0A-D895-5441-AAF7-EF5282803846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62" name="Rectangle 361">
            <a:extLst>
              <a:ext uri="{FF2B5EF4-FFF2-40B4-BE49-F238E27FC236}">
                <a16:creationId xmlns:a16="http://schemas.microsoft.com/office/drawing/2014/main" id="{987E5C79-0970-074C-98A5-73126481EC53}"/>
              </a:ext>
            </a:extLst>
          </p:cNvPr>
          <p:cNvSpPr/>
          <p:nvPr/>
        </p:nvSpPr>
        <p:spPr bwMode="auto">
          <a:xfrm>
            <a:off x="1320664" y="1291377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/>
                <a:cs typeface="Verdana"/>
              </a:rPr>
              <a:t>R5</a:t>
            </a:r>
          </a:p>
        </p:txBody>
      </p: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6716CD52-9BEE-CD48-93EB-03D2B1CED6FA}"/>
              </a:ext>
            </a:extLst>
          </p:cNvPr>
          <p:cNvCxnSpPr/>
          <p:nvPr/>
        </p:nvCxnSpPr>
        <p:spPr bwMode="auto">
          <a:xfrm flipH="1">
            <a:off x="1824720" y="1441218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BC82A27D-C28C-F44F-8111-06F6C0ACA1E8}"/>
              </a:ext>
            </a:extLst>
          </p:cNvPr>
          <p:cNvCxnSpPr>
            <a:stCxn id="362" idx="1"/>
          </p:cNvCxnSpPr>
          <p:nvPr/>
        </p:nvCxnSpPr>
        <p:spPr bwMode="auto">
          <a:xfrm flipH="1">
            <a:off x="995785" y="1435393"/>
            <a:ext cx="32487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1BFC9098-27FB-AC4A-9634-354DB33F58A5}"/>
              </a:ext>
            </a:extLst>
          </p:cNvPr>
          <p:cNvSpPr txBox="1"/>
          <p:nvPr/>
        </p:nvSpPr>
        <p:spPr>
          <a:xfrm>
            <a:off x="1320664" y="158523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dana"/>
                <a:cs typeface="Verdana"/>
              </a:rPr>
              <a:t>100k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EDCF0026-8486-CD44-BB0C-4BDA9D52EB18}"/>
              </a:ext>
            </a:extLst>
          </p:cNvPr>
          <p:cNvGrpSpPr/>
          <p:nvPr/>
        </p:nvGrpSpPr>
        <p:grpSpPr>
          <a:xfrm rot="16200000">
            <a:off x="1749822" y="1724761"/>
            <a:ext cx="1188975" cy="601635"/>
            <a:chOff x="3821570" y="3243155"/>
            <a:chExt cx="1188975" cy="601635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F5E1A505-D7CE-4949-8F16-1930A4F52464}"/>
                </a:ext>
              </a:extLst>
            </p:cNvPr>
            <p:cNvSpPr/>
            <p:nvPr/>
          </p:nvSpPr>
          <p:spPr bwMode="auto">
            <a:xfrm>
              <a:off x="4146449" y="3243155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/>
                  <a:cs typeface="Verdana"/>
                </a:rPr>
                <a:t>R6</a:t>
              </a:r>
            </a:p>
          </p:txBody>
        </p: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9E6966BE-8A87-E642-BBA1-DBC2791CAF4A}"/>
                </a:ext>
              </a:extLst>
            </p:cNvPr>
            <p:cNvCxnSpPr/>
            <p:nvPr/>
          </p:nvCxnSpPr>
          <p:spPr bwMode="auto">
            <a:xfrm flipH="1">
              <a:off x="4650505" y="3392996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C9EB9A6A-ED93-4B45-B9DA-23A6307C9279}"/>
                </a:ext>
              </a:extLst>
            </p:cNvPr>
            <p:cNvCxnSpPr>
              <a:stCxn id="367" idx="1"/>
            </p:cNvCxnSpPr>
            <p:nvPr/>
          </p:nvCxnSpPr>
          <p:spPr bwMode="auto">
            <a:xfrm flipH="1">
              <a:off x="3821570" y="3387171"/>
              <a:ext cx="324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A7663FD2-999A-704B-9A58-184DFD846E6D}"/>
                </a:ext>
              </a:extLst>
            </p:cNvPr>
            <p:cNvSpPr txBox="1"/>
            <p:nvPr/>
          </p:nvSpPr>
          <p:spPr>
            <a:xfrm>
              <a:off x="4260675" y="3537013"/>
              <a:ext cx="405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1k</a:t>
              </a:r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18304E5F-94CA-4343-B2A6-623CC433A1D8}"/>
              </a:ext>
            </a:extLst>
          </p:cNvPr>
          <p:cNvGrpSpPr/>
          <p:nvPr/>
        </p:nvGrpSpPr>
        <p:grpSpPr>
          <a:xfrm>
            <a:off x="2040222" y="2391386"/>
            <a:ext cx="279648" cy="288032"/>
            <a:chOff x="3079204" y="2996952"/>
            <a:chExt cx="279648" cy="288032"/>
          </a:xfrm>
        </p:grpSpPr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F637EDE3-CB9F-6049-A5F8-B62D8A7B5AF7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73" name="Group 372">
              <a:extLst>
                <a:ext uri="{FF2B5EF4-FFF2-40B4-BE49-F238E27FC236}">
                  <a16:creationId xmlns:a16="http://schemas.microsoft.com/office/drawing/2014/main" id="{77033FCB-D496-A84D-B78B-F6402B1D7D5B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261079E9-B8AB-8644-8DFC-3353EEAF2162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C84A1F98-EEDF-1247-9A7D-350E62C0526F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CE947B5A-F98C-9540-B88F-A1855476CF74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64969123-FE1A-3F42-B6FD-F58EA53B0266}"/>
              </a:ext>
            </a:extLst>
          </p:cNvPr>
          <p:cNvCxnSpPr/>
          <p:nvPr/>
        </p:nvCxnSpPr>
        <p:spPr bwMode="auto">
          <a:xfrm flipH="1">
            <a:off x="2184238" y="1427998"/>
            <a:ext cx="440833" cy="82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8" name="Oval 377">
            <a:extLst>
              <a:ext uri="{FF2B5EF4-FFF2-40B4-BE49-F238E27FC236}">
                <a16:creationId xmlns:a16="http://schemas.microsoft.com/office/drawing/2014/main" id="{F56B609D-6BBA-0D44-90D7-8A70EC05A2C0}"/>
              </a:ext>
            </a:extLst>
          </p:cNvPr>
          <p:cNvSpPr/>
          <p:nvPr/>
        </p:nvSpPr>
        <p:spPr>
          <a:xfrm>
            <a:off x="2153703" y="1394353"/>
            <a:ext cx="79257" cy="73474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14B3F642-B225-FD4A-95FF-BEDB2644AC5C}"/>
              </a:ext>
            </a:extLst>
          </p:cNvPr>
          <p:cNvGrpSpPr/>
          <p:nvPr/>
        </p:nvGrpSpPr>
        <p:grpSpPr>
          <a:xfrm>
            <a:off x="743757" y="1863981"/>
            <a:ext cx="504056" cy="504056"/>
            <a:chOff x="2065825" y="2487507"/>
            <a:chExt cx="504056" cy="504056"/>
          </a:xfrm>
        </p:grpSpPr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ED3F10ED-7707-0F48-A4F5-4B2D31915BAD}"/>
                </a:ext>
              </a:extLst>
            </p:cNvPr>
            <p:cNvSpPr/>
            <p:nvPr/>
          </p:nvSpPr>
          <p:spPr bwMode="auto">
            <a:xfrm>
              <a:off x="2065825" y="2487507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pic>
          <p:nvPicPr>
            <p:cNvPr id="381" name="Picture 380">
              <a:extLst>
                <a:ext uri="{FF2B5EF4-FFF2-40B4-BE49-F238E27FC236}">
                  <a16:creationId xmlns:a16="http://schemas.microsoft.com/office/drawing/2014/main" id="{AF349DCB-222F-B344-8582-BE1FBB604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72301" y="2559515"/>
              <a:ext cx="283592" cy="293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072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Straight Connector 84"/>
          <p:cNvCxnSpPr>
            <a:cxnSpLocks/>
          </p:cNvCxnSpPr>
          <p:nvPr/>
        </p:nvCxnSpPr>
        <p:spPr bwMode="auto">
          <a:xfrm flipV="1">
            <a:off x="2996471" y="1460587"/>
            <a:ext cx="0" cy="139214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3891005" y="1616505"/>
            <a:ext cx="1064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MCP6002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6DE7112F-F778-E749-BA05-6C3DDB1FC605}"/>
              </a:ext>
            </a:extLst>
          </p:cNvPr>
          <p:cNvSpPr txBox="1"/>
          <p:nvPr/>
        </p:nvSpPr>
        <p:spPr>
          <a:xfrm>
            <a:off x="1234511" y="2678610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2.5V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Vref</a:t>
            </a: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DA69AB4D-FB23-B641-9676-BC968E2AD666}"/>
              </a:ext>
            </a:extLst>
          </p:cNvPr>
          <p:cNvCxnSpPr>
            <a:cxnSpLocks/>
          </p:cNvCxnSpPr>
          <p:nvPr/>
        </p:nvCxnSpPr>
        <p:spPr bwMode="auto">
          <a:xfrm flipH="1">
            <a:off x="1734904" y="2844392"/>
            <a:ext cx="1262814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73538" y="1684237"/>
            <a:ext cx="556689" cy="737336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928181" y="1447378"/>
            <a:ext cx="857927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 Mic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40291" y="117255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928322" y="1100543"/>
            <a:ext cx="1152128" cy="1368152"/>
            <a:chOff x="2503140" y="2852936"/>
            <a:chExt cx="1440160" cy="1368152"/>
          </a:xfrm>
        </p:grpSpPr>
        <p:cxnSp>
          <p:nvCxnSpPr>
            <p:cNvPr id="128" name="Straight Connector 127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9" name="Straight Connector 12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0" name="Straight Connector 129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40" name="Straight Connector 39"/>
          <p:cNvCxnSpPr/>
          <p:nvPr/>
        </p:nvCxnSpPr>
        <p:spPr bwMode="auto">
          <a:xfrm>
            <a:off x="4504386" y="740503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1" name="Group 40"/>
          <p:cNvGrpSpPr/>
          <p:nvPr/>
        </p:nvGrpSpPr>
        <p:grpSpPr>
          <a:xfrm>
            <a:off x="4576394" y="2036647"/>
            <a:ext cx="279648" cy="288032"/>
            <a:chOff x="3079204" y="2996952"/>
            <a:chExt cx="279648" cy="288032"/>
          </a:xfrm>
        </p:grpSpPr>
        <p:cxnSp>
          <p:nvCxnSpPr>
            <p:cNvPr id="123" name="Straight Connector 122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4" name="Group 123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6" name="Straight Connector 12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42" name="TextBox 41"/>
          <p:cNvSpPr txBox="1"/>
          <p:nvPr/>
        </p:nvSpPr>
        <p:spPr>
          <a:xfrm>
            <a:off x="3891350" y="12418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43" name="Straight Connector 42"/>
          <p:cNvCxnSpPr/>
          <p:nvPr/>
        </p:nvCxnSpPr>
        <p:spPr bwMode="auto">
          <a:xfrm flipH="1">
            <a:off x="3973313" y="213783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Straight Connector 43"/>
          <p:cNvCxnSpPr/>
          <p:nvPr/>
        </p:nvCxnSpPr>
        <p:spPr bwMode="auto">
          <a:xfrm flipH="1" flipV="1">
            <a:off x="2742214" y="1424579"/>
            <a:ext cx="1172578" cy="46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 flipH="1" flipV="1">
            <a:off x="3568283" y="2108656"/>
            <a:ext cx="360041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6" name="Rectangle 45"/>
          <p:cNvSpPr/>
          <p:nvPr/>
        </p:nvSpPr>
        <p:spPr bwMode="auto">
          <a:xfrm>
            <a:off x="4360370" y="2612711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</a:p>
        </p:txBody>
      </p:sp>
      <p:cxnSp>
        <p:nvCxnSpPr>
          <p:cNvPr id="47" name="Straight Connector 46"/>
          <p:cNvCxnSpPr/>
          <p:nvPr/>
        </p:nvCxnSpPr>
        <p:spPr bwMode="auto">
          <a:xfrm flipH="1">
            <a:off x="4864426" y="2756727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H="1">
            <a:off x="5080450" y="1820623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5224466" y="1820623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flipV="1">
            <a:off x="3568282" y="2108655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3568282" y="2756727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>
            <a:off x="2167364" y="1388575"/>
            <a:ext cx="0" cy="5040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56" name="Group 55"/>
          <p:cNvGrpSpPr/>
          <p:nvPr/>
        </p:nvGrpSpPr>
        <p:grpSpPr>
          <a:xfrm>
            <a:off x="2051994" y="2225145"/>
            <a:ext cx="279648" cy="288032"/>
            <a:chOff x="3079204" y="2996952"/>
            <a:chExt cx="279648" cy="288032"/>
          </a:xfrm>
        </p:grpSpPr>
        <p:cxnSp>
          <p:nvCxnSpPr>
            <p:cNvPr id="118" name="Straight Connector 117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19" name="Group 118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0" name="Straight Connector 11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1" name="Straight Connector 12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2" name="Straight Connector 12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57" name="Oval 56"/>
          <p:cNvSpPr/>
          <p:nvPr/>
        </p:nvSpPr>
        <p:spPr bwMode="auto">
          <a:xfrm>
            <a:off x="5872538" y="1748615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 rot="5400000">
            <a:off x="3316254" y="3224779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0371" y="290074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4504387" y="884520"/>
            <a:ext cx="743996" cy="648071"/>
            <a:chOff x="2575148" y="1844825"/>
            <a:chExt cx="743996" cy="648071"/>
          </a:xfrm>
        </p:grpSpPr>
        <p:grpSp>
          <p:nvGrpSpPr>
            <p:cNvPr id="103" name="Group 102"/>
            <p:cNvGrpSpPr/>
            <p:nvPr/>
          </p:nvGrpSpPr>
          <p:grpSpPr>
            <a:xfrm>
              <a:off x="2575148" y="1844825"/>
              <a:ext cx="743996" cy="504056"/>
              <a:chOff x="3511253" y="2048847"/>
              <a:chExt cx="743996" cy="588065"/>
            </a:xfrm>
          </p:grpSpPr>
          <p:grpSp>
            <p:nvGrpSpPr>
              <p:cNvPr id="110" name="Group 109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13" name="Straight Connector 112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4" name="Straight Connector 113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5" name="Straight Connector 114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6" name="Straight Connector 115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7" name="Straight Connector 116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12" name="TextBox 111"/>
              <p:cNvSpPr txBox="1"/>
              <p:nvPr/>
            </p:nvSpPr>
            <p:spPr>
              <a:xfrm>
                <a:off x="3772425" y="2048847"/>
                <a:ext cx="48282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0.1u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105" name="Straight Connector 104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06" name="Group 105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07" name="Straight Connector 106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63" name="TextBox 62"/>
          <p:cNvSpPr txBox="1"/>
          <p:nvPr/>
        </p:nvSpPr>
        <p:spPr>
          <a:xfrm>
            <a:off x="3640291" y="318877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10k</a:t>
            </a:r>
          </a:p>
        </p:txBody>
      </p:sp>
      <p:cxnSp>
        <p:nvCxnSpPr>
          <p:cNvPr id="64" name="Straight Connector 63"/>
          <p:cNvCxnSpPr/>
          <p:nvPr/>
        </p:nvCxnSpPr>
        <p:spPr bwMode="auto">
          <a:xfrm flipV="1">
            <a:off x="3568282" y="2756727"/>
            <a:ext cx="0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4216354" y="110054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48402" y="196464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08443" y="153259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40291" y="182062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78632" y="359259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10u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3483672" y="4045939"/>
            <a:ext cx="216024" cy="72008"/>
            <a:chOff x="3447628" y="4437112"/>
            <a:chExt cx="351656" cy="144016"/>
          </a:xfrm>
        </p:grpSpPr>
        <p:cxnSp>
          <p:nvCxnSpPr>
            <p:cNvPr id="100" name="Straight Connector 99"/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1" name="Straight Connector 100"/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2" name="Straight Connector 101"/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84" name="Rectangle 83"/>
          <p:cNvSpPr/>
          <p:nvPr/>
        </p:nvSpPr>
        <p:spPr bwMode="auto">
          <a:xfrm>
            <a:off x="2205800" y="2700376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R3</a:t>
            </a:r>
          </a:p>
        </p:txBody>
      </p:sp>
      <p:sp>
        <p:nvSpPr>
          <p:cNvPr id="87" name="Oval 86"/>
          <p:cNvSpPr/>
          <p:nvPr/>
        </p:nvSpPr>
        <p:spPr bwMode="auto">
          <a:xfrm>
            <a:off x="2959452" y="1388575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311381" y="95652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1u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58006" y="297507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03669" y="1100544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65171" y="905217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</a:p>
        </p:txBody>
      </p:sp>
      <p:grpSp>
        <p:nvGrpSpPr>
          <p:cNvPr id="152" name="Group 151"/>
          <p:cNvGrpSpPr/>
          <p:nvPr/>
        </p:nvGrpSpPr>
        <p:grpSpPr>
          <a:xfrm>
            <a:off x="2172897" y="1325370"/>
            <a:ext cx="663743" cy="206732"/>
            <a:chOff x="5740858" y="1494076"/>
            <a:chExt cx="663743" cy="206732"/>
          </a:xfrm>
        </p:grpSpPr>
        <p:cxnSp>
          <p:nvCxnSpPr>
            <p:cNvPr id="157" name="Straight Connector 156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8" name="Straight Connector 157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0" name="Straight Connector 159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0CB63FC-E308-0F49-ABFB-8FDDAED1C279}"/>
              </a:ext>
            </a:extLst>
          </p:cNvPr>
          <p:cNvCxnSpPr/>
          <p:nvPr/>
        </p:nvCxnSpPr>
        <p:spPr bwMode="auto">
          <a:xfrm flipV="1">
            <a:off x="2167364" y="490362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59ECF1C-3C51-EF44-A146-3ADCB5981723}"/>
              </a:ext>
            </a:extLst>
          </p:cNvPr>
          <p:cNvSpPr/>
          <p:nvPr/>
        </p:nvSpPr>
        <p:spPr bwMode="auto">
          <a:xfrm rot="5400000">
            <a:off x="1882959" y="872007"/>
            <a:ext cx="504056" cy="288032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BE44168B-82FC-A945-B912-0C6CA68AB9A5}"/>
              </a:ext>
            </a:extLst>
          </p:cNvPr>
          <p:cNvSpPr/>
          <p:nvPr/>
        </p:nvSpPr>
        <p:spPr bwMode="auto">
          <a:xfrm>
            <a:off x="4470294" y="925525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08BF8578-8281-7046-A641-262A64C96035}"/>
              </a:ext>
            </a:extLst>
          </p:cNvPr>
          <p:cNvSpPr/>
          <p:nvPr/>
        </p:nvSpPr>
        <p:spPr bwMode="auto">
          <a:xfrm>
            <a:off x="2138387" y="1392365"/>
            <a:ext cx="72008" cy="7200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03F190A-D42A-CA41-ACF5-7665EBAE8AD4}"/>
              </a:ext>
            </a:extLst>
          </p:cNvPr>
          <p:cNvSpPr txBox="1"/>
          <p:nvPr/>
        </p:nvSpPr>
        <p:spPr>
          <a:xfrm>
            <a:off x="1445757" y="846977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F0D1535-BCA3-2246-8DC9-009FE2DBAC0F}"/>
              </a:ext>
            </a:extLst>
          </p:cNvPr>
          <p:cNvSpPr/>
          <p:nvPr/>
        </p:nvSpPr>
        <p:spPr bwMode="auto">
          <a:xfrm>
            <a:off x="3539451" y="2722914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58901CD6-73F7-9941-B926-11C3ACB0B063}"/>
              </a:ext>
            </a:extLst>
          </p:cNvPr>
          <p:cNvSpPr txBox="1"/>
          <p:nvPr/>
        </p:nvSpPr>
        <p:spPr>
          <a:xfrm>
            <a:off x="3712299" y="3823001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DF5EB4-FE92-904F-B807-E698D116E72C}"/>
              </a:ext>
            </a:extLst>
          </p:cNvPr>
          <p:cNvGrpSpPr/>
          <p:nvPr/>
        </p:nvGrpSpPr>
        <p:grpSpPr>
          <a:xfrm>
            <a:off x="3468759" y="3581279"/>
            <a:ext cx="357876" cy="455005"/>
            <a:chOff x="6136675" y="3232725"/>
            <a:chExt cx="357876" cy="45500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5167B0-6947-524C-8F6E-7DBFAE06010D}"/>
                </a:ext>
              </a:extLst>
            </p:cNvPr>
            <p:cNvGrpSpPr/>
            <p:nvPr/>
          </p:nvGrpSpPr>
          <p:grpSpPr>
            <a:xfrm>
              <a:off x="6136675" y="3520332"/>
              <a:ext cx="255799" cy="116083"/>
              <a:chOff x="6067694" y="3337715"/>
              <a:chExt cx="435427" cy="223373"/>
            </a:xfrm>
          </p:grpSpPr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BDB3376B-04C6-9240-8941-EC554B3A66D1}"/>
                  </a:ext>
                </a:extLst>
              </p:cNvPr>
              <p:cNvSpPr/>
              <p:nvPr/>
            </p:nvSpPr>
            <p:spPr>
              <a:xfrm>
                <a:off x="6067694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8" name="Arc 287">
                <a:extLst>
                  <a:ext uri="{FF2B5EF4-FFF2-40B4-BE49-F238E27FC236}">
                    <a16:creationId xmlns:a16="http://schemas.microsoft.com/office/drawing/2014/main" id="{0F170AF9-4E89-6A48-94B9-E4AF9EC3EC37}"/>
                  </a:ext>
                </a:extLst>
              </p:cNvPr>
              <p:cNvSpPr/>
              <p:nvPr/>
            </p:nvSpPr>
            <p:spPr>
              <a:xfrm flipH="1">
                <a:off x="6079607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4922702C-32BA-8747-AB5B-BF583568CE96}"/>
                </a:ext>
              </a:extLst>
            </p:cNvPr>
            <p:cNvCxnSpPr/>
            <p:nvPr/>
          </p:nvCxnSpPr>
          <p:spPr bwMode="auto">
            <a:xfrm flipH="1">
              <a:off x="6136675" y="3450454"/>
              <a:ext cx="2557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D3B5EBEE-4433-CE4E-95DE-8468DDB44F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6" y="3279092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6EE7729-154F-804B-9C1E-0F93A607B1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5" y="3520953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BE2A5D67-3A01-6A44-B516-35A616A8BD00}"/>
                </a:ext>
              </a:extLst>
            </p:cNvPr>
            <p:cNvSpPr txBox="1"/>
            <p:nvPr/>
          </p:nvSpPr>
          <p:spPr>
            <a:xfrm>
              <a:off x="6205689" y="3232725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398" name="TextBox 397">
            <a:extLst>
              <a:ext uri="{FF2B5EF4-FFF2-40B4-BE49-F238E27FC236}">
                <a16:creationId xmlns:a16="http://schemas.microsoft.com/office/drawing/2014/main" id="{3E11CC7C-48E7-8043-87D3-CA0E4CC99457}"/>
              </a:ext>
            </a:extLst>
          </p:cNvPr>
          <p:cNvSpPr txBox="1"/>
          <p:nvPr/>
        </p:nvSpPr>
        <p:spPr>
          <a:xfrm>
            <a:off x="5593322" y="1346621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7543D002-F9C4-AA47-8437-224E2747CF1F}"/>
              </a:ext>
            </a:extLst>
          </p:cNvPr>
          <p:cNvSpPr txBox="1"/>
          <p:nvPr/>
        </p:nvSpPr>
        <p:spPr>
          <a:xfrm>
            <a:off x="1793676" y="35017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5CAFD584-1341-184F-91ED-D9BF2A51F126}"/>
              </a:ext>
            </a:extLst>
          </p:cNvPr>
          <p:cNvSpPr txBox="1"/>
          <p:nvPr/>
        </p:nvSpPr>
        <p:spPr>
          <a:xfrm>
            <a:off x="4125151" y="50406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E36A0B81-1F42-1A48-890B-CB86CE3809C2}"/>
              </a:ext>
            </a:extLst>
          </p:cNvPr>
          <p:cNvSpPr/>
          <p:nvPr/>
        </p:nvSpPr>
        <p:spPr bwMode="auto">
          <a:xfrm>
            <a:off x="5186534" y="1788391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72EC0573-39CF-944A-BDF3-CAF9FAB942DA}"/>
              </a:ext>
            </a:extLst>
          </p:cNvPr>
          <p:cNvSpPr txBox="1"/>
          <p:nvPr/>
        </p:nvSpPr>
        <p:spPr>
          <a:xfrm>
            <a:off x="7666681" y="2023386"/>
            <a:ext cx="1064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MCP6002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FFEC5B29-CEDA-3D4E-B456-1B353895C096}"/>
              </a:ext>
            </a:extLst>
          </p:cNvPr>
          <p:cNvSpPr txBox="1"/>
          <p:nvPr/>
        </p:nvSpPr>
        <p:spPr>
          <a:xfrm>
            <a:off x="6484756" y="2303639"/>
            <a:ext cx="500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2.5V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Vref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1D55EAC-8528-FE42-A022-D92CFECA73C1}"/>
              </a:ext>
            </a:extLst>
          </p:cNvPr>
          <p:cNvCxnSpPr/>
          <p:nvPr/>
        </p:nvCxnSpPr>
        <p:spPr bwMode="auto">
          <a:xfrm flipH="1">
            <a:off x="9546551" y="2183372"/>
            <a:ext cx="43741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45" name="Oval 244">
            <a:extLst>
              <a:ext uri="{FF2B5EF4-FFF2-40B4-BE49-F238E27FC236}">
                <a16:creationId xmlns:a16="http://schemas.microsoft.com/office/drawing/2014/main" id="{902DD014-D6A8-A040-AF01-2C65A8A27878}"/>
              </a:ext>
            </a:extLst>
          </p:cNvPr>
          <p:cNvSpPr/>
          <p:nvPr/>
        </p:nvSpPr>
        <p:spPr bwMode="auto">
          <a:xfrm>
            <a:off x="9983970" y="2111364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2" name="Picture 261">
            <a:extLst>
              <a:ext uri="{FF2B5EF4-FFF2-40B4-BE49-F238E27FC236}">
                <a16:creationId xmlns:a16="http://schemas.microsoft.com/office/drawing/2014/main" id="{0B0F7548-3B0F-404D-9083-276B2CF79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188" y="1967348"/>
            <a:ext cx="432048" cy="432048"/>
          </a:xfrm>
          <a:prstGeom prst="rect">
            <a:avLst/>
          </a:prstGeom>
        </p:spPr>
      </p:pic>
      <p:sp>
        <p:nvSpPr>
          <p:cNvPr id="263" name="TextBox 262">
            <a:extLst>
              <a:ext uri="{FF2B5EF4-FFF2-40B4-BE49-F238E27FC236}">
                <a16:creationId xmlns:a16="http://schemas.microsoft.com/office/drawing/2014/main" id="{8B817A66-D244-D14E-9962-3CFFF5C9506A}"/>
              </a:ext>
            </a:extLst>
          </p:cNvPr>
          <p:cNvSpPr txBox="1"/>
          <p:nvPr/>
        </p:nvSpPr>
        <p:spPr>
          <a:xfrm>
            <a:off x="9649642" y="1823332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4D0DC04-1915-0642-A3A3-B81F7F00C2F4}"/>
              </a:ext>
            </a:extLst>
          </p:cNvPr>
          <p:cNvCxnSpPr/>
          <p:nvPr/>
        </p:nvCxnSpPr>
        <p:spPr bwMode="auto">
          <a:xfrm flipV="1">
            <a:off x="11146777" y="5249704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F1C69B76-253C-314A-B5DF-0EA433EA8ABB}"/>
              </a:ext>
            </a:extLst>
          </p:cNvPr>
          <p:cNvCxnSpPr/>
          <p:nvPr/>
        </p:nvCxnSpPr>
        <p:spPr bwMode="auto">
          <a:xfrm flipH="1">
            <a:off x="11146777" y="5681752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73E69ECC-4AEC-DE43-917D-131532F5A61A}"/>
              </a:ext>
            </a:extLst>
          </p:cNvPr>
          <p:cNvGrpSpPr/>
          <p:nvPr/>
        </p:nvGrpSpPr>
        <p:grpSpPr>
          <a:xfrm>
            <a:off x="11294684" y="5609744"/>
            <a:ext cx="360040" cy="360040"/>
            <a:chOff x="8767836" y="3212976"/>
            <a:chExt cx="360040" cy="360040"/>
          </a:xfrm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36CB3D25-8D1D-D943-8D9F-E5E0B1C522E2}"/>
                </a:ext>
              </a:extLst>
            </p:cNvPr>
            <p:cNvSpPr/>
            <p:nvPr/>
          </p:nvSpPr>
          <p:spPr bwMode="auto">
            <a:xfrm>
              <a:off x="8767836" y="3212976"/>
              <a:ext cx="144016" cy="36004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40A2E009-CD38-B047-BF5B-93AB027330C3}"/>
                </a:ext>
              </a:extLst>
            </p:cNvPr>
            <p:cNvCxnSpPr/>
            <p:nvPr/>
          </p:nvCxnSpPr>
          <p:spPr bwMode="auto">
            <a:xfrm flipV="1">
              <a:off x="8911852" y="3212976"/>
              <a:ext cx="216024" cy="720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9388144A-A35E-3243-9144-71552853C6C5}"/>
                </a:ext>
              </a:extLst>
            </p:cNvPr>
            <p:cNvCxnSpPr/>
            <p:nvPr/>
          </p:nvCxnSpPr>
          <p:spPr bwMode="auto">
            <a:xfrm>
              <a:off x="8911852" y="3501008"/>
              <a:ext cx="216024" cy="720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B784FFF-2B0D-A44D-8F01-6EA18385322A}"/>
                </a:ext>
              </a:extLst>
            </p:cNvPr>
            <p:cNvCxnSpPr/>
            <p:nvPr/>
          </p:nvCxnSpPr>
          <p:spPr bwMode="auto">
            <a:xfrm>
              <a:off x="9127876" y="3212976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64257AD3-A7F1-FD49-9B69-554F55F9FB61}"/>
              </a:ext>
            </a:extLst>
          </p:cNvPr>
          <p:cNvCxnSpPr/>
          <p:nvPr/>
        </p:nvCxnSpPr>
        <p:spPr bwMode="auto">
          <a:xfrm flipH="1">
            <a:off x="11146777" y="5897776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9DDCBFB8-B49E-9048-BE48-09B92F44D676}"/>
              </a:ext>
            </a:extLst>
          </p:cNvPr>
          <p:cNvCxnSpPr/>
          <p:nvPr/>
        </p:nvCxnSpPr>
        <p:spPr bwMode="auto">
          <a:xfrm flipV="1">
            <a:off x="11150668" y="5897776"/>
            <a:ext cx="0" cy="4320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7F0A200-B396-1D4C-972D-525522AC5AAF}"/>
              </a:ext>
            </a:extLst>
          </p:cNvPr>
          <p:cNvGrpSpPr/>
          <p:nvPr/>
        </p:nvGrpSpPr>
        <p:grpSpPr>
          <a:xfrm>
            <a:off x="11078660" y="6329824"/>
            <a:ext cx="216024" cy="72008"/>
            <a:chOff x="3447628" y="4437112"/>
            <a:chExt cx="351656" cy="144016"/>
          </a:xfrm>
        </p:grpSpPr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72C70DB0-3622-E04D-9D6B-309674A17A93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B77C263F-11DB-BF43-8EAE-B0A13B3CB8F2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A439F50-9681-8148-914A-9D8D4B37D8AD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AE132E62-E498-0E44-B55E-CCBC1B83C844}"/>
              </a:ext>
            </a:extLst>
          </p:cNvPr>
          <p:cNvSpPr txBox="1"/>
          <p:nvPr/>
        </p:nvSpPr>
        <p:spPr>
          <a:xfrm>
            <a:off x="11231313" y="5262391"/>
            <a:ext cx="455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600" dirty="0">
                <a:solidFill>
                  <a:srgbClr val="FF0000"/>
                </a:solidFill>
                <a:latin typeface="Symbol" pitchFamily="2" charset="2"/>
                <a:cs typeface="Arial" panose="020B0604020202020204" pitchFamily="34" charset="0"/>
              </a:rPr>
              <a:t>W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0508352-BC1F-8349-BA96-960C40DB64D7}"/>
              </a:ext>
            </a:extLst>
          </p:cNvPr>
          <p:cNvSpPr txBox="1"/>
          <p:nvPr/>
        </p:nvSpPr>
        <p:spPr>
          <a:xfrm>
            <a:off x="9399522" y="2199604"/>
            <a:ext cx="689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470</a:t>
            </a:r>
            <a:r>
              <a:rPr lang="en-US" sz="1400" dirty="0">
                <a:solidFill>
                  <a:srgbClr val="FF0000"/>
                </a:solidFill>
                <a:latin typeface="Symbol" pitchFamily="2" charset="2"/>
                <a:cs typeface="Arial" panose="020B0604020202020204" pitchFamily="34" charset="0"/>
              </a:rPr>
              <a:t>m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35825880-0251-D54D-BC44-B6A841D71B45}"/>
              </a:ext>
            </a:extLst>
          </p:cNvPr>
          <p:cNvSpPr txBox="1"/>
          <p:nvPr/>
        </p:nvSpPr>
        <p:spPr>
          <a:xfrm>
            <a:off x="9789070" y="170217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C8</a:t>
            </a:r>
          </a:p>
        </p:txBody>
      </p:sp>
      <p:cxnSp>
        <p:nvCxnSpPr>
          <p:cNvPr id="314" name="Straight Connector 313"/>
          <p:cNvCxnSpPr/>
          <p:nvPr/>
        </p:nvCxnSpPr>
        <p:spPr bwMode="auto">
          <a:xfrm flipH="1">
            <a:off x="5973975" y="1823631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98" name="TextBox 297"/>
          <p:cNvSpPr txBox="1"/>
          <p:nvPr/>
        </p:nvSpPr>
        <p:spPr>
          <a:xfrm>
            <a:off x="7369703" y="158587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299" name="Group 298"/>
          <p:cNvGrpSpPr/>
          <p:nvPr/>
        </p:nvGrpSpPr>
        <p:grpSpPr>
          <a:xfrm>
            <a:off x="7669710" y="1472584"/>
            <a:ext cx="1152128" cy="1368152"/>
            <a:chOff x="2503140" y="2852936"/>
            <a:chExt cx="1440160" cy="1368152"/>
          </a:xfrm>
        </p:grpSpPr>
        <p:cxnSp>
          <p:nvCxnSpPr>
            <p:cNvPr id="316" name="Straight Connector 315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7" name="Straight Connector 316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8" name="Straight Connector 317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301" name="Straight Connector 300"/>
          <p:cNvCxnSpPr/>
          <p:nvPr/>
        </p:nvCxnSpPr>
        <p:spPr bwMode="auto">
          <a:xfrm flipH="1">
            <a:off x="7773786" y="1828008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2" name="Straight Connector 301"/>
          <p:cNvCxnSpPr>
            <a:cxnSpLocks/>
          </p:cNvCxnSpPr>
          <p:nvPr/>
        </p:nvCxnSpPr>
        <p:spPr bwMode="auto">
          <a:xfrm flipH="1" flipV="1">
            <a:off x="6997897" y="2469663"/>
            <a:ext cx="671813" cy="110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3" name="Straight Connector 302"/>
          <p:cNvCxnSpPr/>
          <p:nvPr/>
        </p:nvCxnSpPr>
        <p:spPr bwMode="auto">
          <a:xfrm flipH="1">
            <a:off x="7296497" y="1154785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4" name="Rectangle 303"/>
          <p:cNvSpPr/>
          <p:nvPr/>
        </p:nvSpPr>
        <p:spPr bwMode="auto">
          <a:xfrm>
            <a:off x="7885278" y="1001044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R10</a:t>
            </a:r>
          </a:p>
        </p:txBody>
      </p:sp>
      <p:cxnSp>
        <p:nvCxnSpPr>
          <p:cNvPr id="305" name="Straight Connector 304"/>
          <p:cNvCxnSpPr/>
          <p:nvPr/>
        </p:nvCxnSpPr>
        <p:spPr bwMode="auto">
          <a:xfrm flipH="1">
            <a:off x="8821838" y="2192664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6" name="Straight Connector 305"/>
          <p:cNvCxnSpPr/>
          <p:nvPr/>
        </p:nvCxnSpPr>
        <p:spPr bwMode="auto">
          <a:xfrm flipV="1">
            <a:off x="8978116" y="1147652"/>
            <a:ext cx="0" cy="10450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7" name="Straight Connector 306"/>
          <p:cNvCxnSpPr/>
          <p:nvPr/>
        </p:nvCxnSpPr>
        <p:spPr bwMode="auto">
          <a:xfrm flipV="1">
            <a:off x="7304643" y="1162330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9" name="TextBox 308"/>
          <p:cNvSpPr txBox="1"/>
          <p:nvPr/>
        </p:nvSpPr>
        <p:spPr>
          <a:xfrm>
            <a:off x="9117309" y="1595577"/>
            <a:ext cx="42351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749830" y="1904632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12" name="Oval 311"/>
          <p:cNvSpPr/>
          <p:nvPr/>
        </p:nvSpPr>
        <p:spPr bwMode="auto">
          <a:xfrm>
            <a:off x="7268639" y="1791399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ectangle 314"/>
          <p:cNvSpPr/>
          <p:nvPr/>
        </p:nvSpPr>
        <p:spPr bwMode="auto">
          <a:xfrm>
            <a:off x="6493841" y="167676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R9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C9B834E-F2F0-6F4C-B209-C3E207F3C528}"/>
              </a:ext>
            </a:extLst>
          </p:cNvPr>
          <p:cNvSpPr txBox="1"/>
          <p:nvPr/>
        </p:nvSpPr>
        <p:spPr>
          <a:xfrm>
            <a:off x="7808182" y="659606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74EACF4-1C2E-CD4F-900E-4AAED9629E98}"/>
              </a:ext>
            </a:extLst>
          </p:cNvPr>
          <p:cNvSpPr txBox="1"/>
          <p:nvPr/>
        </p:nvSpPr>
        <p:spPr>
          <a:xfrm>
            <a:off x="6484756" y="1378698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DC0107A0-A9B5-0240-897D-EE0D3396EE78}"/>
              </a:ext>
            </a:extLst>
          </p:cNvPr>
          <p:cNvSpPr/>
          <p:nvPr/>
        </p:nvSpPr>
        <p:spPr bwMode="auto">
          <a:xfrm>
            <a:off x="8949060" y="2152706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10986E-7479-584C-8374-D8FA37719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369" y="1542177"/>
            <a:ext cx="1138805" cy="950847"/>
          </a:xfrm>
          <a:prstGeom prst="rect">
            <a:avLst/>
          </a:prstGeom>
        </p:spPr>
      </p:pic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393CB14-7041-7547-8AC5-6E8548519DC1}"/>
              </a:ext>
            </a:extLst>
          </p:cNvPr>
          <p:cNvGrpSpPr/>
          <p:nvPr/>
        </p:nvGrpSpPr>
        <p:grpSpPr>
          <a:xfrm>
            <a:off x="10543577" y="1436580"/>
            <a:ext cx="216024" cy="72008"/>
            <a:chOff x="3447628" y="4437112"/>
            <a:chExt cx="351656" cy="144016"/>
          </a:xfrm>
        </p:grpSpPr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CD2B2C5E-C755-9949-B2E2-019B0D3FE460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9DD0B316-4591-F048-B247-30B17EBA5C44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86A32B1B-8D00-4E42-98FC-E76B59FC8E44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05C38468-2D51-BA4F-BD41-C10BA894A74C}"/>
              </a:ext>
            </a:extLst>
          </p:cNvPr>
          <p:cNvCxnSpPr>
            <a:cxnSpLocks/>
          </p:cNvCxnSpPr>
          <p:nvPr/>
        </p:nvCxnSpPr>
        <p:spPr bwMode="auto">
          <a:xfrm flipV="1">
            <a:off x="10305541" y="1172552"/>
            <a:ext cx="0" cy="63703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B4749B6C-FEE0-C945-AECA-08A9626EAF46}"/>
              </a:ext>
            </a:extLst>
          </p:cNvPr>
          <p:cNvCxnSpPr>
            <a:cxnSpLocks/>
          </p:cNvCxnSpPr>
          <p:nvPr/>
        </p:nvCxnSpPr>
        <p:spPr bwMode="auto">
          <a:xfrm flipV="1">
            <a:off x="10649013" y="1176050"/>
            <a:ext cx="0" cy="24889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F3FDFB72-8E25-A148-9796-E8101AB7D591}"/>
              </a:ext>
            </a:extLst>
          </p:cNvPr>
          <p:cNvCxnSpPr>
            <a:cxnSpLocks/>
          </p:cNvCxnSpPr>
          <p:nvPr/>
        </p:nvCxnSpPr>
        <p:spPr bwMode="auto">
          <a:xfrm flipH="1">
            <a:off x="10305541" y="1172552"/>
            <a:ext cx="343472" cy="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4963185-821C-304F-9E39-35F5B1B9867D}"/>
              </a:ext>
            </a:extLst>
          </p:cNvPr>
          <p:cNvSpPr txBox="1"/>
          <p:nvPr/>
        </p:nvSpPr>
        <p:spPr>
          <a:xfrm>
            <a:off x="7381475" y="223038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249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D059F316-014F-FC4A-9844-EB6ED0FCBCE5}"/>
              </a:ext>
            </a:extLst>
          </p:cNvPr>
          <p:cNvCxnSpPr>
            <a:cxnSpLocks/>
          </p:cNvCxnSpPr>
          <p:nvPr/>
        </p:nvCxnSpPr>
        <p:spPr>
          <a:xfrm>
            <a:off x="7314530" y="2204943"/>
            <a:ext cx="1094915" cy="90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/>
          <p:cNvCxnSpPr>
            <a:cxnSpLocks/>
          </p:cNvCxnSpPr>
          <p:nvPr/>
        </p:nvCxnSpPr>
        <p:spPr bwMode="auto">
          <a:xfrm flipH="1">
            <a:off x="4827458" y="1808899"/>
            <a:ext cx="277160" cy="5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94" name="TextBox 93"/>
          <p:cNvSpPr txBox="1"/>
          <p:nvPr/>
        </p:nvSpPr>
        <p:spPr>
          <a:xfrm>
            <a:off x="4915856" y="1342351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C4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56B77A6-0748-B940-A0A4-158BE8533B89}"/>
              </a:ext>
            </a:extLst>
          </p:cNvPr>
          <p:cNvSpPr txBox="1"/>
          <p:nvPr/>
        </p:nvSpPr>
        <p:spPr>
          <a:xfrm>
            <a:off x="5876802" y="15568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7E1E77D-520B-3245-B83E-B10693A06783}"/>
              </a:ext>
            </a:extLst>
          </p:cNvPr>
          <p:cNvGrpSpPr/>
          <p:nvPr/>
        </p:nvGrpSpPr>
        <p:grpSpPr>
          <a:xfrm>
            <a:off x="6164834" y="1484863"/>
            <a:ext cx="1152128" cy="1368152"/>
            <a:chOff x="2503140" y="2852936"/>
            <a:chExt cx="1440160" cy="1368152"/>
          </a:xfrm>
        </p:grpSpPr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CCFE4257-5E11-0341-BA3B-4729624D1D7F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7AA1591-44BA-084D-8183-198CC3AC7D2E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3CD81A3-CDB2-9F43-97E1-345282915404}"/>
                </a:ext>
              </a:extLst>
            </p:cNvPr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B06128CB-7740-0741-A38F-E7A2C655DFC1}"/>
              </a:ext>
            </a:extLst>
          </p:cNvPr>
          <p:cNvSpPr txBox="1"/>
          <p:nvPr/>
        </p:nvSpPr>
        <p:spPr>
          <a:xfrm>
            <a:off x="6404181" y="893721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125FDE6A-8BDB-A748-8750-6A768C8E7BFC}"/>
              </a:ext>
            </a:extLst>
          </p:cNvPr>
          <p:cNvCxnSpPr/>
          <p:nvPr/>
        </p:nvCxnSpPr>
        <p:spPr bwMode="auto">
          <a:xfrm>
            <a:off x="6740898" y="1124823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E49951F-B9C6-6347-A122-0F53EC2294BA}"/>
              </a:ext>
            </a:extLst>
          </p:cNvPr>
          <p:cNvGrpSpPr/>
          <p:nvPr/>
        </p:nvGrpSpPr>
        <p:grpSpPr>
          <a:xfrm>
            <a:off x="6812906" y="2420967"/>
            <a:ext cx="279648" cy="288032"/>
            <a:chOff x="3079204" y="2996952"/>
            <a:chExt cx="279648" cy="288032"/>
          </a:xfrm>
        </p:grpSpPr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DD14A7-CA27-C244-9B57-ADEB85072FBA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A57BC5A8-8D85-454D-B198-B94903AB368F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62EFFBEB-8FAD-BF48-B034-8E6C44F4159E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B4CA407C-CE83-A243-B41A-017603320F33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831B14A-B876-4442-8DD6-87EBEB0E4621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7A3A093D-933C-2346-BBB6-436263A6EDC4}"/>
              </a:ext>
            </a:extLst>
          </p:cNvPr>
          <p:cNvSpPr txBox="1"/>
          <p:nvPr/>
        </p:nvSpPr>
        <p:spPr>
          <a:xfrm>
            <a:off x="6151304" y="162887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02350E9-576B-F845-B739-9A1031C93902}"/>
              </a:ext>
            </a:extLst>
          </p:cNvPr>
          <p:cNvCxnSpPr/>
          <p:nvPr/>
        </p:nvCxnSpPr>
        <p:spPr bwMode="auto">
          <a:xfrm flipH="1">
            <a:off x="6236842" y="2492975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EE5ED04B-3797-2B47-BCA7-6AE6270A0E71}"/>
              </a:ext>
            </a:extLst>
          </p:cNvPr>
          <p:cNvCxnSpPr>
            <a:stCxn id="183" idx="1"/>
            <a:endCxn id="198" idx="0"/>
          </p:cNvCxnSpPr>
          <p:nvPr/>
        </p:nvCxnSpPr>
        <p:spPr bwMode="auto">
          <a:xfrm flipH="1">
            <a:off x="5073088" y="1813545"/>
            <a:ext cx="1078216" cy="586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8F44DBA5-A1FB-2E4A-B6A6-97578EAEB29A}"/>
              </a:ext>
            </a:extLst>
          </p:cNvPr>
          <p:cNvCxnSpPr/>
          <p:nvPr/>
        </p:nvCxnSpPr>
        <p:spPr bwMode="auto">
          <a:xfrm flipH="1">
            <a:off x="5804794" y="249297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30166BF2-CFFD-8F4F-89F5-E370942CACD1}"/>
              </a:ext>
            </a:extLst>
          </p:cNvPr>
          <p:cNvSpPr txBox="1"/>
          <p:nvPr/>
        </p:nvSpPr>
        <p:spPr>
          <a:xfrm>
            <a:off x="7645362" y="1734454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V3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AA9E502-40F3-C749-BE19-5203AEFB4E42}"/>
              </a:ext>
            </a:extLst>
          </p:cNvPr>
          <p:cNvSpPr/>
          <p:nvPr/>
        </p:nvSpPr>
        <p:spPr bwMode="auto">
          <a:xfrm rot="5400000">
            <a:off x="7231206" y="3265393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R6</a:t>
            </a:r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7771846-3DFE-BA4D-92F4-A765A376EF6E}"/>
              </a:ext>
            </a:extLst>
          </p:cNvPr>
          <p:cNvGrpSpPr/>
          <p:nvPr/>
        </p:nvGrpSpPr>
        <p:grpSpPr>
          <a:xfrm>
            <a:off x="6740898" y="1268839"/>
            <a:ext cx="743996" cy="648071"/>
            <a:chOff x="2575148" y="1844825"/>
            <a:chExt cx="743996" cy="648071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A6CC535B-8FF8-DA4E-B67A-63864438B347}"/>
                </a:ext>
              </a:extLst>
            </p:cNvPr>
            <p:cNvGrpSpPr/>
            <p:nvPr/>
          </p:nvGrpSpPr>
          <p:grpSpPr>
            <a:xfrm>
              <a:off x="2575148" y="1844825"/>
              <a:ext cx="743996" cy="504056"/>
              <a:chOff x="3511253" y="2048847"/>
              <a:chExt cx="743996" cy="588065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572433CE-3F42-D942-B5C0-F054A3F084D4}"/>
                  </a:ext>
                </a:extLst>
              </p:cNvPr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F28CCD54-E6A9-6348-8C84-11DDD5EBC182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D9B1C05A-2D02-C642-A827-36F39910B0A7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F6D2F2AF-FC31-AE49-A2EC-815207886B80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4A0A3E37-FF56-8E4D-A377-B0C989A5F369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A14C2157-73F1-6941-895B-327710117256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F1C40675-B9F3-CD48-AFDE-F31AADDFCF8E}"/>
                  </a:ext>
                </a:extLst>
              </p:cNvPr>
              <p:cNvSpPr txBox="1"/>
              <p:nvPr/>
            </p:nvSpPr>
            <p:spPr>
              <a:xfrm>
                <a:off x="3772425" y="2048847"/>
                <a:ext cx="48282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0.1u</a:t>
                </a:r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89F73E69-0B46-CE4F-B9C1-76B3449A4914}"/>
                </a:ext>
              </a:extLst>
            </p:cNvPr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4E45C62F-5514-A64F-A6C8-8E18CF8FF27D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C2124A5E-632F-6645-945D-65DE11FC31E6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EAA447C1-6802-7649-8095-152ABF4A13EA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F5B095B9-DBC1-4F45-841A-A2AB0A77B880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5E9F27F3-C61A-D34F-A9E0-03A9B901B875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55274CA6-E587-F344-9962-9557B75D1890}"/>
              </a:ext>
            </a:extLst>
          </p:cNvPr>
          <p:cNvSpPr txBox="1"/>
          <p:nvPr/>
        </p:nvSpPr>
        <p:spPr>
          <a:xfrm>
            <a:off x="6259098" y="1988919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LM386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BF7CF2C-50B6-054D-BF69-6AB02C58647E}"/>
              </a:ext>
            </a:extLst>
          </p:cNvPr>
          <p:cNvSpPr txBox="1"/>
          <p:nvPr/>
        </p:nvSpPr>
        <p:spPr>
          <a:xfrm>
            <a:off x="6452866" y="148486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A51C963-7A47-C54F-8B94-2110177E4706}"/>
              </a:ext>
            </a:extLst>
          </p:cNvPr>
          <p:cNvSpPr txBox="1"/>
          <p:nvPr/>
        </p:nvSpPr>
        <p:spPr>
          <a:xfrm>
            <a:off x="6884914" y="234895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07B87A9-097A-2A43-82A3-75464EF138DE}"/>
              </a:ext>
            </a:extLst>
          </p:cNvPr>
          <p:cNvSpPr txBox="1"/>
          <p:nvPr/>
        </p:nvSpPr>
        <p:spPr>
          <a:xfrm>
            <a:off x="7244954" y="191691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0DB7679-5F23-6E45-AECA-95EF39F15ECD}"/>
              </a:ext>
            </a:extLst>
          </p:cNvPr>
          <p:cNvSpPr txBox="1"/>
          <p:nvPr/>
        </p:nvSpPr>
        <p:spPr>
          <a:xfrm>
            <a:off x="5876802" y="220494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0509930-A888-6547-AD4A-F2298CBE549D}"/>
              </a:ext>
            </a:extLst>
          </p:cNvPr>
          <p:cNvGrpSpPr/>
          <p:nvPr/>
        </p:nvGrpSpPr>
        <p:grpSpPr>
          <a:xfrm>
            <a:off x="5611026" y="2925023"/>
            <a:ext cx="432048" cy="360040"/>
            <a:chOff x="3079204" y="2996952"/>
            <a:chExt cx="279648" cy="288032"/>
          </a:xfrm>
        </p:grpSpPr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7C37CB0-A444-794B-B223-60EFCF1CBDA2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81D5545E-6619-F84C-BB8E-EBFE14BD9295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4959BF27-0291-9B49-B7BF-4064C6A1067F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66DFF516-37AF-B345-8DC0-8689777FD9AB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F71964B-F5C5-7D4B-985C-EAC6A3AE5FAA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pic>
        <p:nvPicPr>
          <p:cNvPr id="198" name="Picture 197">
            <a:extLst>
              <a:ext uri="{FF2B5EF4-FFF2-40B4-BE49-F238E27FC236}">
                <a16:creationId xmlns:a16="http://schemas.microsoft.com/office/drawing/2014/main" id="{F9286F74-14EB-DF4F-BDAC-26F953303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 flipH="1">
            <a:off x="5108485" y="1603992"/>
            <a:ext cx="360040" cy="430834"/>
          </a:xfrm>
          <a:prstGeom prst="rect">
            <a:avLst/>
          </a:prstGeom>
        </p:spPr>
      </p:pic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D0AA392-8CE8-BD4D-BAA4-88E724A8DD99}"/>
              </a:ext>
            </a:extLst>
          </p:cNvPr>
          <p:cNvCxnSpPr/>
          <p:nvPr/>
        </p:nvCxnSpPr>
        <p:spPr bwMode="auto">
          <a:xfrm flipV="1">
            <a:off x="5827050" y="2492975"/>
            <a:ext cx="0" cy="5040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D5F6F6DB-C819-BD4A-B125-10A24232F388}"/>
              </a:ext>
            </a:extLst>
          </p:cNvPr>
          <p:cNvSpPr txBox="1"/>
          <p:nvPr/>
        </p:nvSpPr>
        <p:spPr>
          <a:xfrm>
            <a:off x="5243118" y="135224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1u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CBB9CC2-45E9-5C42-A7C5-65CDFF37E2E4}"/>
              </a:ext>
            </a:extLst>
          </p:cNvPr>
          <p:cNvSpPr txBox="1"/>
          <p:nvPr/>
        </p:nvSpPr>
        <p:spPr>
          <a:xfrm>
            <a:off x="7140180" y="1484863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C5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C438700-6E2B-8C43-AA7E-B1927F4B76FC}"/>
              </a:ext>
            </a:extLst>
          </p:cNvPr>
          <p:cNvGrpSpPr/>
          <p:nvPr/>
        </p:nvGrpSpPr>
        <p:grpSpPr>
          <a:xfrm>
            <a:off x="7339223" y="2204942"/>
            <a:ext cx="588500" cy="936104"/>
            <a:chOff x="3664445" y="1544791"/>
            <a:chExt cx="426610" cy="1092121"/>
          </a:xfrm>
        </p:grpSpPr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BF7585A4-E4D8-4948-825A-19F0A757F4C4}"/>
                </a:ext>
              </a:extLst>
            </p:cNvPr>
            <p:cNvGrpSpPr/>
            <p:nvPr/>
          </p:nvGrpSpPr>
          <p:grpSpPr>
            <a:xfrm>
              <a:off x="3664445" y="1544791"/>
              <a:ext cx="206848" cy="1092121"/>
              <a:chOff x="3726185" y="1544791"/>
              <a:chExt cx="290214" cy="1092121"/>
            </a:xfrm>
          </p:grpSpPr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277E00D6-569D-8E47-A124-C881E8F0C6E4}"/>
                  </a:ext>
                </a:extLst>
              </p:cNvPr>
              <p:cNvCxnSpPr/>
              <p:nvPr/>
            </p:nvCxnSpPr>
            <p:spPr bwMode="auto">
              <a:xfrm flipH="1">
                <a:off x="3871292" y="1544791"/>
                <a:ext cx="1368" cy="804089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108D6B8E-F53F-6448-8858-1AB12F83381A}"/>
                  </a:ext>
                </a:extLst>
              </p:cNvPr>
              <p:cNvCxnSpPr/>
              <p:nvPr/>
            </p:nvCxnSpPr>
            <p:spPr bwMode="auto">
              <a:xfrm flipH="1">
                <a:off x="3726185" y="2348880"/>
                <a:ext cx="28912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C9E310B1-31F1-2540-8055-44E9678BE8A1}"/>
                  </a:ext>
                </a:extLst>
              </p:cNvPr>
              <p:cNvCxnSpPr/>
              <p:nvPr/>
            </p:nvCxnSpPr>
            <p:spPr bwMode="auto">
              <a:xfrm flipH="1">
                <a:off x="3727276" y="2420888"/>
                <a:ext cx="289123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17A26CD1-C64E-2E4F-A23D-AADCD7B4A405}"/>
                  </a:ext>
                </a:extLst>
              </p:cNvPr>
              <p:cNvCxnSpPr/>
              <p:nvPr/>
            </p:nvCxnSpPr>
            <p:spPr bwMode="auto">
              <a:xfrm>
                <a:off x="3871292" y="2420888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D432E663-6472-5946-946D-BBEC7AB5E6CC}"/>
                </a:ext>
              </a:extLst>
            </p:cNvPr>
            <p:cNvSpPr txBox="1"/>
            <p:nvPr/>
          </p:nvSpPr>
          <p:spPr>
            <a:xfrm>
              <a:off x="3772425" y="2048847"/>
              <a:ext cx="31863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47n</a:t>
              </a:r>
            </a:p>
          </p:txBody>
        </p: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id="{9D8E08F2-37B8-CE44-9E36-9D3431CB0DB6}"/>
              </a:ext>
            </a:extLst>
          </p:cNvPr>
          <p:cNvSpPr txBox="1"/>
          <p:nvPr/>
        </p:nvSpPr>
        <p:spPr>
          <a:xfrm>
            <a:off x="7627250" y="325552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7B3D006-A424-9E46-AADE-CB114335DF3F}"/>
              </a:ext>
            </a:extLst>
          </p:cNvPr>
          <p:cNvGrpSpPr/>
          <p:nvPr/>
        </p:nvGrpSpPr>
        <p:grpSpPr>
          <a:xfrm>
            <a:off x="7339218" y="3659959"/>
            <a:ext cx="279648" cy="288032"/>
            <a:chOff x="3079204" y="2795784"/>
            <a:chExt cx="279648" cy="288032"/>
          </a:xfrm>
        </p:grpSpPr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5A2F7D35-A466-5C43-8009-91EB3408FF3A}"/>
                </a:ext>
              </a:extLst>
            </p:cNvPr>
            <p:cNvCxnSpPr/>
            <p:nvPr/>
          </p:nvCxnSpPr>
          <p:spPr bwMode="auto">
            <a:xfrm>
              <a:off x="3223220" y="2795784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A75CDDE4-390E-7C4B-85F9-769055FD9A30}"/>
                </a:ext>
              </a:extLst>
            </p:cNvPr>
            <p:cNvGrpSpPr/>
            <p:nvPr/>
          </p:nvGrpSpPr>
          <p:grpSpPr>
            <a:xfrm>
              <a:off x="3079204" y="3011808"/>
              <a:ext cx="279648" cy="72008"/>
              <a:chOff x="3447628" y="4034776"/>
              <a:chExt cx="351656" cy="144016"/>
            </a:xfrm>
          </p:grpSpPr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78CADECE-67EF-F440-9DEB-DC2277200931}"/>
                  </a:ext>
                </a:extLst>
              </p:cNvPr>
              <p:cNvCxnSpPr/>
              <p:nvPr/>
            </p:nvCxnSpPr>
            <p:spPr bwMode="auto">
              <a:xfrm flipH="1">
                <a:off x="3447628" y="4034776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D7D1DE02-D5B8-564C-B74F-EA9CD3C53E54}"/>
                  </a:ext>
                </a:extLst>
              </p:cNvPr>
              <p:cNvCxnSpPr/>
              <p:nvPr/>
            </p:nvCxnSpPr>
            <p:spPr bwMode="auto">
              <a:xfrm flipH="1">
                <a:off x="3511252" y="4106784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41B0C1CE-706D-5440-B543-259DCFD0BC71}"/>
                  </a:ext>
                </a:extLst>
              </p:cNvPr>
              <p:cNvCxnSpPr/>
              <p:nvPr/>
            </p:nvCxnSpPr>
            <p:spPr bwMode="auto">
              <a:xfrm flipH="1">
                <a:off x="3583260" y="4178792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82" name="Oval 281">
            <a:extLst>
              <a:ext uri="{FF2B5EF4-FFF2-40B4-BE49-F238E27FC236}">
                <a16:creationId xmlns:a16="http://schemas.microsoft.com/office/drawing/2014/main" id="{145B07BD-0FCD-7742-88F3-7803ED35AC3B}"/>
              </a:ext>
            </a:extLst>
          </p:cNvPr>
          <p:cNvSpPr/>
          <p:nvPr/>
        </p:nvSpPr>
        <p:spPr bwMode="auto">
          <a:xfrm>
            <a:off x="7446537" y="216964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A989DF1E-8CB7-5D4F-A452-B38FF7CC1E0D}"/>
              </a:ext>
            </a:extLst>
          </p:cNvPr>
          <p:cNvSpPr txBox="1"/>
          <p:nvPr/>
        </p:nvSpPr>
        <p:spPr>
          <a:xfrm>
            <a:off x="7570825" y="239173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C6</a:t>
            </a:r>
          </a:p>
        </p:txBody>
      </p: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EFA4C39B-8294-BE4F-B0ED-93E1D1582EB2}"/>
              </a:ext>
            </a:extLst>
          </p:cNvPr>
          <p:cNvGrpSpPr/>
          <p:nvPr/>
        </p:nvGrpSpPr>
        <p:grpSpPr>
          <a:xfrm>
            <a:off x="8338026" y="1627557"/>
            <a:ext cx="1340757" cy="1728192"/>
            <a:chOff x="8507199" y="1772816"/>
            <a:chExt cx="1340757" cy="1728192"/>
          </a:xfrm>
        </p:grpSpPr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11FA8CD4-9AA1-F44C-AD00-D95B70265838}"/>
                </a:ext>
              </a:extLst>
            </p:cNvPr>
            <p:cNvCxnSpPr/>
            <p:nvPr/>
          </p:nvCxnSpPr>
          <p:spPr bwMode="auto">
            <a:xfrm flipH="1">
              <a:off x="8507199" y="2348880"/>
              <a:ext cx="4374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E853575C-829D-C141-8809-391FCD883187}"/>
                </a:ext>
              </a:extLst>
            </p:cNvPr>
            <p:cNvSpPr/>
            <p:nvPr/>
          </p:nvSpPr>
          <p:spPr bwMode="auto">
            <a:xfrm>
              <a:off x="8944618" y="2276872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5C0DA73D-652C-0243-87E1-0413461F012E}"/>
                </a:ext>
              </a:extLst>
            </p:cNvPr>
            <p:cNvGrpSpPr/>
            <p:nvPr/>
          </p:nvGrpSpPr>
          <p:grpSpPr>
            <a:xfrm>
              <a:off x="8610290" y="1988840"/>
              <a:ext cx="589594" cy="576064"/>
              <a:chOff x="8610290" y="1988840"/>
              <a:chExt cx="589594" cy="576064"/>
            </a:xfrm>
          </p:grpSpPr>
          <p:pic>
            <p:nvPicPr>
              <p:cNvPr id="342" name="Picture 341">
                <a:extLst>
                  <a:ext uri="{FF2B5EF4-FFF2-40B4-BE49-F238E27FC236}">
                    <a16:creationId xmlns:a16="http://schemas.microsoft.com/office/drawing/2014/main" id="{7E62959C-575F-EF42-A6CE-F6404F671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67836" y="2132856"/>
                <a:ext cx="432048" cy="432048"/>
              </a:xfrm>
              <a:prstGeom prst="rect">
                <a:avLst/>
              </a:prstGeom>
            </p:spPr>
          </p:pic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E489EBAC-4DB8-9645-A83F-E38218779892}"/>
                  </a:ext>
                </a:extLst>
              </p:cNvPr>
              <p:cNvSpPr txBox="1"/>
              <p:nvPr/>
            </p:nvSpPr>
            <p:spPr>
              <a:xfrm>
                <a:off x="8610290" y="1988840"/>
                <a:ext cx="373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Verdana"/>
                    <a:cs typeface="Verdana"/>
                  </a:rPr>
                  <a:t>+</a:t>
                </a:r>
              </a:p>
            </p:txBody>
          </p:sp>
        </p:grp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F035D62D-B398-6844-B1FE-626B50A2B449}"/>
                </a:ext>
              </a:extLst>
            </p:cNvPr>
            <p:cNvCxnSpPr/>
            <p:nvPr/>
          </p:nvCxnSpPr>
          <p:spPr bwMode="auto">
            <a:xfrm flipV="1">
              <a:off x="9199884" y="2348880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0D71D82-3816-1F45-A989-FB7D0F044A1C}"/>
                </a:ext>
              </a:extLst>
            </p:cNvPr>
            <p:cNvCxnSpPr/>
            <p:nvPr/>
          </p:nvCxnSpPr>
          <p:spPr bwMode="auto">
            <a:xfrm flipH="1">
              <a:off x="9199884" y="2780928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8470A3F9-26F6-5E46-A9C4-BB0D54A3E89A}"/>
                </a:ext>
              </a:extLst>
            </p:cNvPr>
            <p:cNvGrpSpPr/>
            <p:nvPr/>
          </p:nvGrpSpPr>
          <p:grpSpPr>
            <a:xfrm>
              <a:off x="9343900" y="2708920"/>
              <a:ext cx="360040" cy="360040"/>
              <a:chOff x="8767836" y="3212976"/>
              <a:chExt cx="360040" cy="360040"/>
            </a:xfrm>
          </p:grpSpPr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173D43F0-6FFE-7746-9035-86F8B962EAA2}"/>
                  </a:ext>
                </a:extLst>
              </p:cNvPr>
              <p:cNvSpPr/>
              <p:nvPr/>
            </p:nvSpPr>
            <p:spPr bwMode="auto">
              <a:xfrm>
                <a:off x="8767836" y="3212976"/>
                <a:ext cx="144016" cy="360040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/>
                  <a:cs typeface="Verdana"/>
                </a:endParaRPr>
              </a:p>
            </p:txBody>
          </p: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09DF4D6C-1295-CE47-9B10-A92154B0C1EC}"/>
                  </a:ext>
                </a:extLst>
              </p:cNvPr>
              <p:cNvCxnSpPr/>
              <p:nvPr/>
            </p:nvCxnSpPr>
            <p:spPr bwMode="auto">
              <a:xfrm flipV="1">
                <a:off x="8911852" y="3212976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9AA56C2F-F917-464F-B0B2-94AF996C3ED1}"/>
                  </a:ext>
                </a:extLst>
              </p:cNvPr>
              <p:cNvCxnSpPr/>
              <p:nvPr/>
            </p:nvCxnSpPr>
            <p:spPr bwMode="auto">
              <a:xfrm>
                <a:off x="8911852" y="3501008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8A64157-2F8A-DD40-9B65-DE8EDA21C77F}"/>
                  </a:ext>
                </a:extLst>
              </p:cNvPr>
              <p:cNvCxnSpPr/>
              <p:nvPr/>
            </p:nvCxnSpPr>
            <p:spPr bwMode="auto">
              <a:xfrm>
                <a:off x="9127876" y="3212976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9FBF1A7-1BAF-534A-B493-CA797E919A62}"/>
                </a:ext>
              </a:extLst>
            </p:cNvPr>
            <p:cNvCxnSpPr/>
            <p:nvPr/>
          </p:nvCxnSpPr>
          <p:spPr bwMode="auto">
            <a:xfrm flipH="1">
              <a:off x="9199884" y="299695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A6777E57-F8DD-7440-94FA-DD8A03001BE8}"/>
                </a:ext>
              </a:extLst>
            </p:cNvPr>
            <p:cNvCxnSpPr/>
            <p:nvPr/>
          </p:nvCxnSpPr>
          <p:spPr bwMode="auto">
            <a:xfrm flipV="1">
              <a:off x="9199884" y="2996952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9FE35E95-AD46-3F45-8501-F045D5AD78F6}"/>
                </a:ext>
              </a:extLst>
            </p:cNvPr>
            <p:cNvGrpSpPr/>
            <p:nvPr/>
          </p:nvGrpSpPr>
          <p:grpSpPr>
            <a:xfrm>
              <a:off x="9127876" y="3429000"/>
              <a:ext cx="216024" cy="72008"/>
              <a:chOff x="3447628" y="4437112"/>
              <a:chExt cx="351656" cy="144016"/>
            </a:xfrm>
          </p:grpSpPr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D72E5031-D934-FA4C-9FA8-275F9075C8B1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4EE61789-BDBB-0F40-8EAB-168EE8E9332F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3F20637-4F3E-6946-A903-AC0C790002FC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7C96110-DCB8-A547-8057-E51A9EC3BEDD}"/>
                </a:ext>
              </a:extLst>
            </p:cNvPr>
            <p:cNvSpPr txBox="1"/>
            <p:nvPr/>
          </p:nvSpPr>
          <p:spPr>
            <a:xfrm>
              <a:off x="9279710" y="2420888"/>
              <a:ext cx="4006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Verdana"/>
                  <a:cs typeface="Verdana"/>
                </a:rPr>
                <a:t>8</a:t>
              </a:r>
              <a:r>
                <a:rPr lang="en-US" sz="1200" dirty="0">
                  <a:latin typeface="Symbol" charset="2"/>
                  <a:cs typeface="Symbol" charset="2"/>
                </a:rPr>
                <a:t>W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A3AA52CF-0708-D045-A1F1-9B120FB42A04}"/>
                </a:ext>
              </a:extLst>
            </p:cNvPr>
            <p:cNvSpPr txBox="1"/>
            <p:nvPr/>
          </p:nvSpPr>
          <p:spPr>
            <a:xfrm>
              <a:off x="8839844" y="1772816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Verdana"/>
                  <a:cs typeface="Verdana"/>
                </a:rPr>
                <a:t>480</a:t>
              </a:r>
              <a:r>
                <a:rPr lang="en-US" sz="1400" dirty="0">
                  <a:latin typeface="Symbol" charset="2"/>
                  <a:cs typeface="Symbol" charset="2"/>
                </a:rPr>
                <a:t>m</a:t>
              </a:r>
            </a:p>
          </p:txBody>
        </p:sp>
      </p:grp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2DEB1E55-4D51-4F43-AF5E-10D890FE052F}"/>
              </a:ext>
            </a:extLst>
          </p:cNvPr>
          <p:cNvCxnSpPr/>
          <p:nvPr/>
        </p:nvCxnSpPr>
        <p:spPr bwMode="auto">
          <a:xfrm flipH="1">
            <a:off x="4449586" y="1801816"/>
            <a:ext cx="45973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5" name="Oval 344">
            <a:extLst>
              <a:ext uri="{FF2B5EF4-FFF2-40B4-BE49-F238E27FC236}">
                <a16:creationId xmlns:a16="http://schemas.microsoft.com/office/drawing/2014/main" id="{2E0856F1-B2A6-2B4C-A6A3-4F0CAF8C2018}"/>
              </a:ext>
            </a:extLst>
          </p:cNvPr>
          <p:cNvSpPr/>
          <p:nvPr/>
        </p:nvSpPr>
        <p:spPr bwMode="auto">
          <a:xfrm>
            <a:off x="4161554" y="2269868"/>
            <a:ext cx="504056" cy="50405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/>
              <a:cs typeface="Verdana"/>
            </a:endParaRPr>
          </a:p>
        </p:txBody>
      </p:sp>
      <p:pic>
        <p:nvPicPr>
          <p:cNvPr id="346" name="Picture 345">
            <a:extLst>
              <a:ext uri="{FF2B5EF4-FFF2-40B4-BE49-F238E27FC236}">
                <a16:creationId xmlns:a16="http://schemas.microsoft.com/office/drawing/2014/main" id="{7C73F569-A7C3-2E4D-9589-BD8DD256D5C6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9000" contras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0010" y="2341876"/>
            <a:ext cx="283592" cy="293720"/>
          </a:xfrm>
          <a:prstGeom prst="rect">
            <a:avLst/>
          </a:prstGeom>
        </p:spPr>
      </p:pic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E222AF59-9B12-D341-A9C4-E0466142CF5A}"/>
              </a:ext>
            </a:extLst>
          </p:cNvPr>
          <p:cNvCxnSpPr/>
          <p:nvPr/>
        </p:nvCxnSpPr>
        <p:spPr bwMode="auto">
          <a:xfrm>
            <a:off x="4449586" y="1765812"/>
            <a:ext cx="0" cy="5040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C5A752A-AFCB-1741-923E-00BFBC7D7319}"/>
              </a:ext>
            </a:extLst>
          </p:cNvPr>
          <p:cNvGrpSpPr/>
          <p:nvPr/>
        </p:nvGrpSpPr>
        <p:grpSpPr>
          <a:xfrm>
            <a:off x="4305570" y="2773924"/>
            <a:ext cx="279648" cy="288032"/>
            <a:chOff x="3079204" y="2996952"/>
            <a:chExt cx="279648" cy="288032"/>
          </a:xfrm>
        </p:grpSpPr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308DDFF2-A14A-6449-B857-37410DF5F668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CFF70BCE-35CD-2F4F-B85F-BF83628D3D4C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F48A35E-990F-F04E-ACC6-15A87C5330F8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7920951F-4BC8-C042-9EB2-0D357A2E90C6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448ACF30-88AD-D841-A356-6262650F0519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354" name="TextBox 353">
            <a:extLst>
              <a:ext uri="{FF2B5EF4-FFF2-40B4-BE49-F238E27FC236}">
                <a16:creationId xmlns:a16="http://schemas.microsoft.com/office/drawing/2014/main" id="{07013AA3-EB96-DE45-A8F3-ADD489FAA826}"/>
              </a:ext>
            </a:extLst>
          </p:cNvPr>
          <p:cNvSpPr txBox="1"/>
          <p:nvPr/>
        </p:nvSpPr>
        <p:spPr>
          <a:xfrm>
            <a:off x="4017538" y="154978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Verdana"/>
                <a:cs typeface="Verdana"/>
              </a:rPr>
              <a:t>V</a:t>
            </a:r>
            <a:r>
              <a:rPr lang="en-US" sz="1800" baseline="-25000" dirty="0">
                <a:latin typeface="Verdana"/>
                <a:cs typeface="Verdana"/>
              </a:rPr>
              <a:t>G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8F5C72B1-C802-9F42-A3A1-A80E57E13BC9}"/>
              </a:ext>
            </a:extLst>
          </p:cNvPr>
          <p:cNvSpPr txBox="1"/>
          <p:nvPr/>
        </p:nvSpPr>
        <p:spPr>
          <a:xfrm>
            <a:off x="1664052" y="1891019"/>
            <a:ext cx="2353486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sine wave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0.4V peak-to-peak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Verdana"/>
                <a:cs typeface="Verdana"/>
              </a:rPr>
              <a:t>0V DC offset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158A7D0-72E9-FC4F-84EA-90E2EE3C2ECA}"/>
              </a:ext>
            </a:extLst>
          </p:cNvPr>
          <p:cNvSpPr txBox="1"/>
          <p:nvPr/>
        </p:nvSpPr>
        <p:spPr>
          <a:xfrm>
            <a:off x="8573247" y="2397009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C8</a:t>
            </a:r>
          </a:p>
        </p:txBody>
      </p:sp>
    </p:spTree>
    <p:extLst>
      <p:ext uri="{BB962C8B-B14F-4D97-AF65-F5344CB8AC3E}">
        <p14:creationId xmlns:p14="http://schemas.microsoft.com/office/powerpoint/2010/main" val="109197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Straight Connector 84"/>
          <p:cNvCxnSpPr>
            <a:cxnSpLocks/>
          </p:cNvCxnSpPr>
          <p:nvPr/>
        </p:nvCxnSpPr>
        <p:spPr bwMode="auto">
          <a:xfrm flipH="1" flipV="1">
            <a:off x="2996470" y="1118852"/>
            <a:ext cx="1248" cy="33451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0EA0493-328D-084A-9DEB-C6C17BC8ABCB}"/>
              </a:ext>
            </a:extLst>
          </p:cNvPr>
          <p:cNvGrpSpPr/>
          <p:nvPr/>
        </p:nvGrpSpPr>
        <p:grpSpPr>
          <a:xfrm>
            <a:off x="9499312" y="2967351"/>
            <a:ext cx="1196741" cy="1700581"/>
            <a:chOff x="8507199" y="1800427"/>
            <a:chExt cx="1196741" cy="1700581"/>
          </a:xfrm>
        </p:grpSpPr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1D55EAC-8528-FE42-A022-D92CFECA73C1}"/>
                </a:ext>
              </a:extLst>
            </p:cNvPr>
            <p:cNvCxnSpPr/>
            <p:nvPr/>
          </p:nvCxnSpPr>
          <p:spPr bwMode="auto">
            <a:xfrm flipH="1">
              <a:off x="8507199" y="2348880"/>
              <a:ext cx="4374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902DD014-D6A8-A040-AF01-2C65A8A27878}"/>
                </a:ext>
              </a:extLst>
            </p:cNvPr>
            <p:cNvSpPr/>
            <p:nvPr/>
          </p:nvSpPr>
          <p:spPr bwMode="auto">
            <a:xfrm>
              <a:off x="8944618" y="2276872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7C9A2F48-CD16-2742-BAEE-6CDC312E608E}"/>
                </a:ext>
              </a:extLst>
            </p:cNvPr>
            <p:cNvGrpSpPr/>
            <p:nvPr/>
          </p:nvGrpSpPr>
          <p:grpSpPr>
            <a:xfrm>
              <a:off x="8610290" y="1988840"/>
              <a:ext cx="589594" cy="576064"/>
              <a:chOff x="8610290" y="1988840"/>
              <a:chExt cx="589594" cy="576064"/>
            </a:xfrm>
          </p:grpSpPr>
          <p:pic>
            <p:nvPicPr>
              <p:cNvPr id="262" name="Picture 261">
                <a:extLst>
                  <a:ext uri="{FF2B5EF4-FFF2-40B4-BE49-F238E27FC236}">
                    <a16:creationId xmlns:a16="http://schemas.microsoft.com/office/drawing/2014/main" id="{0B0F7548-3B0F-404D-9083-276B2CF79B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67836" y="2132856"/>
                <a:ext cx="432048" cy="432048"/>
              </a:xfrm>
              <a:prstGeom prst="rect">
                <a:avLst/>
              </a:prstGeom>
            </p:spPr>
          </p:pic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8B817A66-D244-D14E-9962-3CFFF5C9506A}"/>
                  </a:ext>
                </a:extLst>
              </p:cNvPr>
              <p:cNvSpPr txBox="1"/>
              <p:nvPr/>
            </p:nvSpPr>
            <p:spPr>
              <a:xfrm>
                <a:off x="8610290" y="1988840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</p:grp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4D0DC04-1915-0642-A3A3-B81F7F00C2F4}"/>
                </a:ext>
              </a:extLst>
            </p:cNvPr>
            <p:cNvCxnSpPr/>
            <p:nvPr/>
          </p:nvCxnSpPr>
          <p:spPr bwMode="auto">
            <a:xfrm flipV="1">
              <a:off x="9199884" y="2348880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F1C69B76-253C-314A-B5DF-0EA433EA8ABB}"/>
                </a:ext>
              </a:extLst>
            </p:cNvPr>
            <p:cNvCxnSpPr/>
            <p:nvPr/>
          </p:nvCxnSpPr>
          <p:spPr bwMode="auto">
            <a:xfrm flipH="1">
              <a:off x="9199884" y="2780928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73E69ECC-4AEC-DE43-917D-131532F5A61A}"/>
                </a:ext>
              </a:extLst>
            </p:cNvPr>
            <p:cNvGrpSpPr/>
            <p:nvPr/>
          </p:nvGrpSpPr>
          <p:grpSpPr>
            <a:xfrm>
              <a:off x="9343900" y="2708920"/>
              <a:ext cx="360040" cy="360040"/>
              <a:chOff x="8767836" y="3212976"/>
              <a:chExt cx="360040" cy="360040"/>
            </a:xfrm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6CB3D25-8D1D-D943-8D9F-E5E0B1C522E2}"/>
                  </a:ext>
                </a:extLst>
              </p:cNvPr>
              <p:cNvSpPr/>
              <p:nvPr/>
            </p:nvSpPr>
            <p:spPr bwMode="auto">
              <a:xfrm>
                <a:off x="8767836" y="3212976"/>
                <a:ext cx="144016" cy="360040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40A2E009-CD38-B047-BF5B-93AB027330C3}"/>
                  </a:ext>
                </a:extLst>
              </p:cNvPr>
              <p:cNvCxnSpPr/>
              <p:nvPr/>
            </p:nvCxnSpPr>
            <p:spPr bwMode="auto">
              <a:xfrm flipV="1">
                <a:off x="8911852" y="3212976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9388144A-A35E-3243-9144-71552853C6C5}"/>
                  </a:ext>
                </a:extLst>
              </p:cNvPr>
              <p:cNvCxnSpPr/>
              <p:nvPr/>
            </p:nvCxnSpPr>
            <p:spPr bwMode="auto">
              <a:xfrm>
                <a:off x="8911852" y="3501008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6B784FFF-2B0D-A44D-8F01-6EA18385322A}"/>
                  </a:ext>
                </a:extLst>
              </p:cNvPr>
              <p:cNvCxnSpPr/>
              <p:nvPr/>
            </p:nvCxnSpPr>
            <p:spPr bwMode="auto">
              <a:xfrm>
                <a:off x="9127876" y="3212976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4257AD3-A7F1-FD49-9B69-554F55F9FB61}"/>
                </a:ext>
              </a:extLst>
            </p:cNvPr>
            <p:cNvCxnSpPr/>
            <p:nvPr/>
          </p:nvCxnSpPr>
          <p:spPr bwMode="auto">
            <a:xfrm flipH="1">
              <a:off x="9199884" y="299695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DDCBFB8-B49E-9048-BE48-09B92F44D676}"/>
                </a:ext>
              </a:extLst>
            </p:cNvPr>
            <p:cNvCxnSpPr/>
            <p:nvPr/>
          </p:nvCxnSpPr>
          <p:spPr bwMode="auto">
            <a:xfrm flipV="1">
              <a:off x="9199884" y="2996952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F7F0A200-B396-1D4C-972D-525522AC5AAF}"/>
                </a:ext>
              </a:extLst>
            </p:cNvPr>
            <p:cNvGrpSpPr/>
            <p:nvPr/>
          </p:nvGrpSpPr>
          <p:grpSpPr>
            <a:xfrm>
              <a:off x="9127876" y="3429000"/>
              <a:ext cx="216024" cy="72008"/>
              <a:chOff x="3447628" y="4437112"/>
              <a:chExt cx="351656" cy="144016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72C70DB0-3622-E04D-9D6B-309674A17A93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B77C263F-11DB-BF43-8EAE-B0A13B3CB8F2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FA439F50-9681-8148-914A-9D8D4B37D8AD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AE132E62-E498-0E44-B55E-CCBC1B83C844}"/>
                </a:ext>
              </a:extLst>
            </p:cNvPr>
            <p:cNvSpPr txBox="1"/>
            <p:nvPr/>
          </p:nvSpPr>
          <p:spPr>
            <a:xfrm>
              <a:off x="9280529" y="2361567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F0508352-BC1F-8349-BA96-960C40DB64D7}"/>
                </a:ext>
              </a:extLst>
            </p:cNvPr>
            <p:cNvSpPr txBox="1"/>
            <p:nvPr/>
          </p:nvSpPr>
          <p:spPr>
            <a:xfrm>
              <a:off x="8566770" y="1800427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470</a:t>
              </a:r>
              <a:r>
                <a:rPr lang="en-US" sz="1400" dirty="0">
                  <a:latin typeface="Symbol" pitchFamily="2" charset="2"/>
                  <a:cs typeface="Arial" panose="020B0604020202020204" pitchFamily="34" charset="0"/>
                </a:rPr>
                <a:t>m</a:t>
              </a: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F33879E-CFB3-7249-B895-7F424214D44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178768" y="3506926"/>
            <a:ext cx="583294" cy="92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D059F316-014F-FC4A-9844-EB6ED0FCBCE5}"/>
              </a:ext>
            </a:extLst>
          </p:cNvPr>
          <p:cNvCxnSpPr>
            <a:cxnSpLocks/>
          </p:cNvCxnSpPr>
          <p:nvPr/>
        </p:nvCxnSpPr>
        <p:spPr>
          <a:xfrm>
            <a:off x="5476494" y="4840940"/>
            <a:ext cx="1867227" cy="137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7396694" y="445482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1N914</a:t>
            </a:r>
            <a:endParaRPr lang="en-US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7175495" y="4847964"/>
            <a:ext cx="1867227" cy="137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riangle 133"/>
          <p:cNvSpPr/>
          <p:nvPr/>
        </p:nvSpPr>
        <p:spPr>
          <a:xfrm rot="5400000">
            <a:off x="7610623" y="4749814"/>
            <a:ext cx="227024" cy="20179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5" name="Straight Connector 134"/>
          <p:cNvCxnSpPr/>
          <p:nvPr/>
        </p:nvCxnSpPr>
        <p:spPr>
          <a:xfrm>
            <a:off x="7818727" y="4718283"/>
            <a:ext cx="6307" cy="271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8198233" y="4847965"/>
            <a:ext cx="21022" cy="13673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 bwMode="auto">
          <a:xfrm rot="5400000">
            <a:off x="7967227" y="537628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R8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8219252" y="4847964"/>
            <a:ext cx="683291" cy="1224457"/>
            <a:chOff x="3392066" y="2064341"/>
            <a:chExt cx="624333" cy="592947"/>
          </a:xfrm>
        </p:grpSpPr>
        <p:cxnSp>
          <p:nvCxnSpPr>
            <p:cNvPr id="148" name="Straight Connector 147"/>
            <p:cNvCxnSpPr/>
            <p:nvPr/>
          </p:nvCxnSpPr>
          <p:spPr bwMode="auto">
            <a:xfrm>
              <a:off x="3870747" y="2064341"/>
              <a:ext cx="545" cy="2845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9" name="Straight Connector 148"/>
            <p:cNvCxnSpPr/>
            <p:nvPr/>
          </p:nvCxnSpPr>
          <p:spPr bwMode="auto">
            <a:xfrm flipH="1">
              <a:off x="3726185" y="2348880"/>
              <a:ext cx="28912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0" name="Straight Connector 149"/>
            <p:cNvCxnSpPr/>
            <p:nvPr/>
          </p:nvCxnSpPr>
          <p:spPr bwMode="auto">
            <a:xfrm flipH="1">
              <a:off x="3727276" y="2420888"/>
              <a:ext cx="28912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1" name="Straight Connector 150"/>
            <p:cNvCxnSpPr/>
            <p:nvPr/>
          </p:nvCxnSpPr>
          <p:spPr bwMode="auto">
            <a:xfrm flipH="1">
              <a:off x="3870747" y="2420888"/>
              <a:ext cx="545" cy="2280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3" name="Straight Connector 152"/>
            <p:cNvCxnSpPr/>
            <p:nvPr/>
          </p:nvCxnSpPr>
          <p:spPr bwMode="auto">
            <a:xfrm flipH="1">
              <a:off x="3392066" y="2648948"/>
              <a:ext cx="478681" cy="8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40" name="TextBox 139"/>
          <p:cNvSpPr txBox="1"/>
          <p:nvPr/>
        </p:nvSpPr>
        <p:spPr>
          <a:xfrm>
            <a:off x="8743141" y="5130832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C7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8053401" y="6055198"/>
            <a:ext cx="331710" cy="693929"/>
            <a:chOff x="9523928" y="4006703"/>
            <a:chExt cx="331710" cy="693929"/>
          </a:xfrm>
        </p:grpSpPr>
        <p:cxnSp>
          <p:nvCxnSpPr>
            <p:cNvPr id="143" name="Straight Connector 142"/>
            <p:cNvCxnSpPr/>
            <p:nvPr/>
          </p:nvCxnSpPr>
          <p:spPr bwMode="auto">
            <a:xfrm>
              <a:off x="9694755" y="4006703"/>
              <a:ext cx="0" cy="52044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4" name="Group 143"/>
            <p:cNvGrpSpPr/>
            <p:nvPr/>
          </p:nvGrpSpPr>
          <p:grpSpPr>
            <a:xfrm>
              <a:off x="9523928" y="4527150"/>
              <a:ext cx="331710" cy="173482"/>
              <a:chOff x="3447628" y="4437112"/>
              <a:chExt cx="351656" cy="144016"/>
            </a:xfrm>
          </p:grpSpPr>
          <p:cxnSp>
            <p:nvCxnSpPr>
              <p:cNvPr id="145" name="Straight Connector 144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42" name="TextBox 141"/>
          <p:cNvSpPr txBox="1"/>
          <p:nvPr/>
        </p:nvSpPr>
        <p:spPr>
          <a:xfrm>
            <a:off x="7279601" y="4154460"/>
            <a:ext cx="1132041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detector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78768" y="4391129"/>
            <a:ext cx="5325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55" name="Oval 154"/>
          <p:cNvSpPr/>
          <p:nvPr/>
        </p:nvSpPr>
        <p:spPr bwMode="auto">
          <a:xfrm>
            <a:off x="9025923" y="4790039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12D5E5B3-D1C6-9848-86F1-9ADC683E93E9}"/>
              </a:ext>
            </a:extLst>
          </p:cNvPr>
          <p:cNvSpPr/>
          <p:nvPr/>
        </p:nvSpPr>
        <p:spPr bwMode="auto">
          <a:xfrm>
            <a:off x="8166619" y="482604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D78C0367-C939-5E4A-B2C2-E0395D607B81}"/>
              </a:ext>
            </a:extLst>
          </p:cNvPr>
          <p:cNvSpPr/>
          <p:nvPr/>
        </p:nvSpPr>
        <p:spPr bwMode="auto">
          <a:xfrm>
            <a:off x="8707306" y="482624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83737D90-8530-924E-BE14-C6885533A102}"/>
              </a:ext>
            </a:extLst>
          </p:cNvPr>
          <p:cNvSpPr/>
          <p:nvPr/>
        </p:nvSpPr>
        <p:spPr bwMode="auto">
          <a:xfrm>
            <a:off x="8190155" y="6041082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97D8CC0-9206-FB44-95C5-4D7FD0B9689D}"/>
              </a:ext>
            </a:extLst>
          </p:cNvPr>
          <p:cNvGrpSpPr/>
          <p:nvPr/>
        </p:nvGrpSpPr>
        <p:grpSpPr>
          <a:xfrm>
            <a:off x="2989422" y="3529718"/>
            <a:ext cx="6313738" cy="3054270"/>
            <a:chOff x="2989422" y="3529718"/>
            <a:chExt cx="6313738" cy="3054270"/>
          </a:xfrm>
        </p:grpSpPr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F449DFF8-622D-D04F-BBFB-12759C0C912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712299" y="4441900"/>
              <a:ext cx="0" cy="11911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0" name="Straight Connector 319"/>
            <p:cNvCxnSpPr>
              <a:cxnSpLocks/>
            </p:cNvCxnSpPr>
            <p:nvPr/>
          </p:nvCxnSpPr>
          <p:spPr bwMode="auto">
            <a:xfrm flipH="1">
              <a:off x="2989422" y="4444896"/>
              <a:ext cx="277160" cy="5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4" name="TextBox 93"/>
            <p:cNvSpPr txBox="1"/>
            <p:nvPr/>
          </p:nvSpPr>
          <p:spPr>
            <a:xfrm>
              <a:off x="3077820" y="3978348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C4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56B77A6-0748-B940-A0A4-158BE8533B89}"/>
                </a:ext>
              </a:extLst>
            </p:cNvPr>
            <p:cNvSpPr txBox="1"/>
            <p:nvPr/>
          </p:nvSpPr>
          <p:spPr>
            <a:xfrm>
              <a:off x="4038766" y="419286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7E1E77D-520B-3245-B83E-B10693A06783}"/>
                </a:ext>
              </a:extLst>
            </p:cNvPr>
            <p:cNvGrpSpPr/>
            <p:nvPr/>
          </p:nvGrpSpPr>
          <p:grpSpPr>
            <a:xfrm>
              <a:off x="4326798" y="4120860"/>
              <a:ext cx="1152128" cy="1368152"/>
              <a:chOff x="2503140" y="2852936"/>
              <a:chExt cx="1440160" cy="1368152"/>
            </a:xfrm>
          </p:grpSpPr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CCFE4257-5E11-0341-BA3B-4729624D1D7F}"/>
                  </a:ext>
                </a:extLst>
              </p:cNvPr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27AA1591-44BA-084D-8183-198CC3AC7D2E}"/>
                  </a:ext>
                </a:extLst>
              </p:cNvPr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F3CD81A3-CDB2-9F43-97E1-345282915404}"/>
                  </a:ext>
                </a:extLst>
              </p:cNvPr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06128CB-7740-0741-A38F-E7A2C655DFC1}"/>
                </a:ext>
              </a:extLst>
            </p:cNvPr>
            <p:cNvSpPr txBox="1"/>
            <p:nvPr/>
          </p:nvSpPr>
          <p:spPr>
            <a:xfrm>
              <a:off x="4566145" y="3529718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25FDE6A-8BDB-A748-8750-6A768C8E7BFC}"/>
                </a:ext>
              </a:extLst>
            </p:cNvPr>
            <p:cNvCxnSpPr/>
            <p:nvPr/>
          </p:nvCxnSpPr>
          <p:spPr bwMode="auto">
            <a:xfrm>
              <a:off x="4902862" y="3760820"/>
              <a:ext cx="2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6E49951F-B9C6-6347-A122-0F53EC2294BA}"/>
                </a:ext>
              </a:extLst>
            </p:cNvPr>
            <p:cNvGrpSpPr/>
            <p:nvPr/>
          </p:nvGrpSpPr>
          <p:grpSpPr>
            <a:xfrm>
              <a:off x="4974870" y="5056964"/>
              <a:ext cx="279648" cy="288032"/>
              <a:chOff x="3079204" y="2996952"/>
              <a:chExt cx="279648" cy="288032"/>
            </a:xfrm>
          </p:grpSpPr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3BDD14A7-CA27-C244-9B57-ADEB85072FBA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A57BC5A8-8D85-454D-B198-B94903AB368F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62EFFBEB-8FAD-BF48-B034-8E6C44F4159E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B4CA407C-CE83-A243-B41A-017603320F3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A831B14A-B876-4442-8DD6-87EBEB0E462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A3A093D-933C-2346-BBB6-436263A6EDC4}"/>
                </a:ext>
              </a:extLst>
            </p:cNvPr>
            <p:cNvSpPr txBox="1"/>
            <p:nvPr/>
          </p:nvSpPr>
          <p:spPr>
            <a:xfrm>
              <a:off x="4313268" y="4264876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02350E9-576B-F845-B739-9A1031C93902}"/>
                </a:ext>
              </a:extLst>
            </p:cNvPr>
            <p:cNvCxnSpPr/>
            <p:nvPr/>
          </p:nvCxnSpPr>
          <p:spPr bwMode="auto">
            <a:xfrm flipH="1">
              <a:off x="4398806" y="5128972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EE5ED04B-3797-2B47-BCA7-6AE6270A0E71}"/>
                </a:ext>
              </a:extLst>
            </p:cNvPr>
            <p:cNvCxnSpPr>
              <a:stCxn id="183" idx="1"/>
              <a:endCxn id="198" idx="0"/>
            </p:cNvCxnSpPr>
            <p:nvPr/>
          </p:nvCxnSpPr>
          <p:spPr bwMode="auto">
            <a:xfrm flipH="1">
              <a:off x="3235052" y="4449542"/>
              <a:ext cx="1078216" cy="58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8F44DBA5-A1FB-2E4A-B6A6-97578EAEB29A}"/>
                </a:ext>
              </a:extLst>
            </p:cNvPr>
            <p:cNvCxnSpPr/>
            <p:nvPr/>
          </p:nvCxnSpPr>
          <p:spPr bwMode="auto">
            <a:xfrm flipH="1">
              <a:off x="3966758" y="512897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30166BF2-CFFD-8F4F-89F5-E370942CACD1}"/>
                </a:ext>
              </a:extLst>
            </p:cNvPr>
            <p:cNvSpPr txBox="1"/>
            <p:nvPr/>
          </p:nvSpPr>
          <p:spPr>
            <a:xfrm>
              <a:off x="6136675" y="4440250"/>
              <a:ext cx="43473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V2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AA9E502-40F3-C749-BE19-5203AEFB4E42}"/>
                </a:ext>
              </a:extLst>
            </p:cNvPr>
            <p:cNvSpPr/>
            <p:nvPr/>
          </p:nvSpPr>
          <p:spPr bwMode="auto">
            <a:xfrm rot="5400000">
              <a:off x="5393170" y="590139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R6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7771846-3DFE-BA4D-92F4-A765A376EF6E}"/>
                </a:ext>
              </a:extLst>
            </p:cNvPr>
            <p:cNvGrpSpPr/>
            <p:nvPr/>
          </p:nvGrpSpPr>
          <p:grpSpPr>
            <a:xfrm>
              <a:off x="4902862" y="3904836"/>
              <a:ext cx="743996" cy="648071"/>
              <a:chOff x="2575148" y="1844825"/>
              <a:chExt cx="743996" cy="648071"/>
            </a:xfrm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A6CC535B-8FF8-DA4E-B67A-63864438B347}"/>
                  </a:ext>
                </a:extLst>
              </p:cNvPr>
              <p:cNvGrpSpPr/>
              <p:nvPr/>
            </p:nvGrpSpPr>
            <p:grpSpPr>
              <a:xfrm>
                <a:off x="2575148" y="1844825"/>
                <a:ext cx="743996" cy="504056"/>
                <a:chOff x="3511253" y="2048847"/>
                <a:chExt cx="743996" cy="588065"/>
              </a:xfrm>
            </p:grpSpPr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572433CE-3F42-D942-B5C0-F054A3F084D4}"/>
                    </a:ext>
                  </a:extLst>
                </p:cNvPr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F28CCD54-E6A9-6348-8C84-11DDD5EBC18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D9B1C05A-2D02-C642-A827-36F39910B0A7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F6D2F2AF-FC31-AE49-A2EC-815207886B8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4A0A3E37-FF56-8E4D-A377-B0C989A5F36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A14C2157-73F1-6941-895B-327710117256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F1C40675-B9F3-CD48-AFDE-F31AADDFCF8E}"/>
                    </a:ext>
                  </a:extLst>
                </p:cNvPr>
                <p:cNvSpPr txBox="1"/>
                <p:nvPr/>
              </p:nvSpPr>
              <p:spPr>
                <a:xfrm>
                  <a:off x="3772425" y="2048847"/>
                  <a:ext cx="482824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0.1u</a:t>
                  </a: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89F73E69-0B46-CE4F-B9C1-76B3449A4914}"/>
                  </a:ext>
                </a:extLst>
              </p:cNvPr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4E45C62F-5514-A64F-A6C8-8E18CF8FF27D}"/>
                    </a:ext>
                  </a:extLst>
                </p:cNvPr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C2124A5E-632F-6645-945D-65DE11FC31E6}"/>
                    </a:ext>
                  </a:extLst>
                </p:cNvPr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EAA447C1-6802-7649-8095-152ABF4A13EA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F5B095B9-DBC1-4F45-841A-A2AB0A77B88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5E9F27F3-C61A-D34F-A9E0-03A9B901B875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5274CA6-E587-F344-9962-9557B75D1890}"/>
                </a:ext>
              </a:extLst>
            </p:cNvPr>
            <p:cNvSpPr txBox="1"/>
            <p:nvPr/>
          </p:nvSpPr>
          <p:spPr>
            <a:xfrm>
              <a:off x="4421062" y="4624916"/>
              <a:ext cx="7312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LM386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4BF7CF2C-50B6-054D-BF69-6AB02C58647E}"/>
                </a:ext>
              </a:extLst>
            </p:cNvPr>
            <p:cNvSpPr txBox="1"/>
            <p:nvPr/>
          </p:nvSpPr>
          <p:spPr>
            <a:xfrm>
              <a:off x="4614830" y="412086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A51C963-7A47-C54F-8B94-2110177E4706}"/>
                </a:ext>
              </a:extLst>
            </p:cNvPr>
            <p:cNvSpPr txBox="1"/>
            <p:nvPr/>
          </p:nvSpPr>
          <p:spPr>
            <a:xfrm>
              <a:off x="5046878" y="4984956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07B87A9-097A-2A43-82A3-75464EF138DE}"/>
                </a:ext>
              </a:extLst>
            </p:cNvPr>
            <p:cNvSpPr txBox="1"/>
            <p:nvPr/>
          </p:nvSpPr>
          <p:spPr>
            <a:xfrm>
              <a:off x="5406918" y="45529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0DB7679-5F23-6E45-AECA-95EF39F15ECD}"/>
                </a:ext>
              </a:extLst>
            </p:cNvPr>
            <p:cNvSpPr txBox="1"/>
            <p:nvPr/>
          </p:nvSpPr>
          <p:spPr>
            <a:xfrm>
              <a:off x="4038766" y="484094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60509930-A888-6547-AD4A-F2298CBE549D}"/>
                </a:ext>
              </a:extLst>
            </p:cNvPr>
            <p:cNvGrpSpPr/>
            <p:nvPr/>
          </p:nvGrpSpPr>
          <p:grpSpPr>
            <a:xfrm>
              <a:off x="3772990" y="5561020"/>
              <a:ext cx="432048" cy="360040"/>
              <a:chOff x="3079204" y="2996952"/>
              <a:chExt cx="279648" cy="288032"/>
            </a:xfrm>
          </p:grpSpPr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37C37CB0-A444-794B-B223-60EFCF1CBDA2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81D5545E-6619-F84C-BB8E-EBFE14BD9295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4959BF27-0291-9B49-B7BF-4064C6A1067F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66DFF516-37AF-B345-8DC0-8689777FD9AB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9F71964B-F5C5-7D4B-985C-EAC6A3AE5FAA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F9286F74-14EB-DF4F-BDAC-26F95330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 flipH="1">
              <a:off x="3270449" y="4239989"/>
              <a:ext cx="360040" cy="430834"/>
            </a:xfrm>
            <a:prstGeom prst="rect">
              <a:avLst/>
            </a:prstGeom>
          </p:spPr>
        </p:pic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D0AA392-8CE8-BD4D-BAA4-88E724A8DD99}"/>
                </a:ext>
              </a:extLst>
            </p:cNvPr>
            <p:cNvCxnSpPr/>
            <p:nvPr/>
          </p:nvCxnSpPr>
          <p:spPr bwMode="auto">
            <a:xfrm flipV="1">
              <a:off x="3989014" y="5128972"/>
              <a:ext cx="0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5F6F6DB-C819-BD4A-B125-10A24232F388}"/>
                </a:ext>
              </a:extLst>
            </p:cNvPr>
            <p:cNvSpPr txBox="1"/>
            <p:nvPr/>
          </p:nvSpPr>
          <p:spPr>
            <a:xfrm>
              <a:off x="3405082" y="3988244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1u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CBB9CC2-45E9-5C42-A7C5-65CDFF37E2E4}"/>
                </a:ext>
              </a:extLst>
            </p:cNvPr>
            <p:cNvSpPr txBox="1"/>
            <p:nvPr/>
          </p:nvSpPr>
          <p:spPr>
            <a:xfrm>
              <a:off x="5302144" y="4120860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C5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5C438700-6E2B-8C43-AA7E-B1927F4B76FC}"/>
                </a:ext>
              </a:extLst>
            </p:cNvPr>
            <p:cNvGrpSpPr/>
            <p:nvPr/>
          </p:nvGrpSpPr>
          <p:grpSpPr>
            <a:xfrm>
              <a:off x="5501187" y="4840939"/>
              <a:ext cx="588500" cy="936104"/>
              <a:chOff x="3664445" y="1544791"/>
              <a:chExt cx="426610" cy="1092121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BF7585A4-E4D8-4948-825A-19F0A757F4C4}"/>
                  </a:ext>
                </a:extLst>
              </p:cNvPr>
              <p:cNvGrpSpPr/>
              <p:nvPr/>
            </p:nvGrpSpPr>
            <p:grpSpPr>
              <a:xfrm>
                <a:off x="3664445" y="1544791"/>
                <a:ext cx="206848" cy="1092121"/>
                <a:chOff x="3726185" y="1544791"/>
                <a:chExt cx="290214" cy="1092121"/>
              </a:xfrm>
            </p:grpSpPr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277E00D6-569D-8E47-A124-C881E8F0C6E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871292" y="1544791"/>
                  <a:ext cx="1368" cy="804089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108D6B8E-F53F-6448-8858-1AB12F83381A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C9E310B1-31F1-2540-8055-44E9678BE8A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17A26CD1-C64E-2E4F-A23D-AADCD7B4A405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D432E663-6472-5946-946D-BBEC7AB5E6CC}"/>
                  </a:ext>
                </a:extLst>
              </p:cNvPr>
              <p:cNvSpPr txBox="1"/>
              <p:nvPr/>
            </p:nvSpPr>
            <p:spPr>
              <a:xfrm>
                <a:off x="3772425" y="2048847"/>
                <a:ext cx="31863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47n</a:t>
                </a:r>
              </a:p>
            </p:txBody>
          </p:sp>
        </p:grp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9D8E08F2-37B8-CE44-9E36-9D3431CB0DB6}"/>
                </a:ext>
              </a:extLst>
            </p:cNvPr>
            <p:cNvSpPr txBox="1"/>
            <p:nvPr/>
          </p:nvSpPr>
          <p:spPr>
            <a:xfrm>
              <a:off x="5789214" y="5891517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B7B3D006-A424-9E46-AADE-CB114335DF3F}"/>
                </a:ext>
              </a:extLst>
            </p:cNvPr>
            <p:cNvGrpSpPr/>
            <p:nvPr/>
          </p:nvGrpSpPr>
          <p:grpSpPr>
            <a:xfrm>
              <a:off x="5501182" y="6295956"/>
              <a:ext cx="279648" cy="288032"/>
              <a:chOff x="3079204" y="2795784"/>
              <a:chExt cx="279648" cy="288032"/>
            </a:xfrm>
          </p:grpSpPr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5A2F7D35-A466-5C43-8009-91EB3408FF3A}"/>
                  </a:ext>
                </a:extLst>
              </p:cNvPr>
              <p:cNvCxnSpPr/>
              <p:nvPr/>
            </p:nvCxnSpPr>
            <p:spPr bwMode="auto">
              <a:xfrm>
                <a:off x="3223220" y="2795784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A75CDDE4-390E-7C4B-85F9-769055FD9A30}"/>
                  </a:ext>
                </a:extLst>
              </p:cNvPr>
              <p:cNvGrpSpPr/>
              <p:nvPr/>
            </p:nvGrpSpPr>
            <p:grpSpPr>
              <a:xfrm>
                <a:off x="3079204" y="3011808"/>
                <a:ext cx="279648" cy="72008"/>
                <a:chOff x="3447628" y="4034776"/>
                <a:chExt cx="351656" cy="144016"/>
              </a:xfrm>
            </p:grpSpPr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78CADECE-67EF-F440-9DEB-DC227720093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034776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D7D1DE02-D5B8-564C-B74F-EA9CD3C53E5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106784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41B0C1CE-706D-5440-B543-259DCFD0BC7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178792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14B8756-4F4C-3E44-AB60-F9F7D48A8A5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12299" y="5633028"/>
              <a:ext cx="2983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9CB0818-2B6A-294D-8EA0-118841B93799}"/>
                </a:ext>
              </a:extLst>
            </p:cNvPr>
            <p:cNvSpPr/>
            <p:nvPr/>
          </p:nvSpPr>
          <p:spPr bwMode="auto">
            <a:xfrm rot="5400000">
              <a:off x="3469366" y="4973923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R5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604EC7DB-2C04-314D-A51D-AF026AA8B20E}"/>
                </a:ext>
              </a:extLst>
            </p:cNvPr>
            <p:cNvSpPr/>
            <p:nvPr/>
          </p:nvSpPr>
          <p:spPr bwMode="auto">
            <a:xfrm>
              <a:off x="3683877" y="4413870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4D2F5A11-23D8-424A-B1FB-97EDF32929EE}"/>
                </a:ext>
              </a:extLst>
            </p:cNvPr>
            <p:cNvSpPr/>
            <p:nvPr/>
          </p:nvSpPr>
          <p:spPr bwMode="auto">
            <a:xfrm>
              <a:off x="3961929" y="5597024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145B07BD-0FCD-7742-88F3-7803ED35AC3B}"/>
                </a:ext>
              </a:extLst>
            </p:cNvPr>
            <p:cNvSpPr/>
            <p:nvPr/>
          </p:nvSpPr>
          <p:spPr bwMode="auto">
            <a:xfrm>
              <a:off x="5608501" y="4805640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A989DF1E-8CB7-5D4F-A452-B38FF7CC1E0D}"/>
                </a:ext>
              </a:extLst>
            </p:cNvPr>
            <p:cNvSpPr txBox="1"/>
            <p:nvPr/>
          </p:nvSpPr>
          <p:spPr>
            <a:xfrm>
              <a:off x="5732789" y="5027736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C6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0928350B-8B78-CD4E-BFFA-BA809BDFF6A1}"/>
                </a:ext>
              </a:extLst>
            </p:cNvPr>
            <p:cNvSpPr txBox="1"/>
            <p:nvPr/>
          </p:nvSpPr>
          <p:spPr>
            <a:xfrm>
              <a:off x="3100435" y="4952081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4D3C2798-268E-F14E-8931-D4FA279F7B56}"/>
                </a:ext>
              </a:extLst>
            </p:cNvPr>
            <p:cNvSpPr txBox="1"/>
            <p:nvPr/>
          </p:nvSpPr>
          <p:spPr>
            <a:xfrm>
              <a:off x="7586576" y="5353433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94D6012C-2BA9-5D4D-90A6-86CC5CD8CCD7}"/>
                </a:ext>
              </a:extLst>
            </p:cNvPr>
            <p:cNvSpPr txBox="1"/>
            <p:nvPr/>
          </p:nvSpPr>
          <p:spPr>
            <a:xfrm>
              <a:off x="8919722" y="542891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1u</a:t>
              </a:r>
            </a:p>
          </p:txBody>
        </p: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C3206AFC-047D-7147-B337-24D5D1E52A9F}"/>
              </a:ext>
            </a:extLst>
          </p:cNvPr>
          <p:cNvGrpSpPr/>
          <p:nvPr/>
        </p:nvGrpSpPr>
        <p:grpSpPr>
          <a:xfrm>
            <a:off x="928181" y="8446"/>
            <a:ext cx="5099875" cy="3780600"/>
            <a:chOff x="928181" y="8446"/>
            <a:chExt cx="5099875" cy="3780600"/>
          </a:xfrm>
        </p:grpSpPr>
        <p:sp>
          <p:nvSpPr>
            <p:cNvPr id="139" name="TextBox 138"/>
            <p:cNvSpPr txBox="1"/>
            <p:nvPr/>
          </p:nvSpPr>
          <p:spPr>
            <a:xfrm>
              <a:off x="3891005" y="1274773"/>
              <a:ext cx="10647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½ 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MCP6002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DE7112F-F778-E749-BA05-6C3DDB1FC605}"/>
                </a:ext>
              </a:extLst>
            </p:cNvPr>
            <p:cNvSpPr txBox="1"/>
            <p:nvPr/>
          </p:nvSpPr>
          <p:spPr>
            <a:xfrm>
              <a:off x="1234511" y="2336878"/>
              <a:ext cx="500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2.5V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Vref</a:t>
              </a:r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DA69AB4D-FB23-B641-9676-BC968E2AD66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34904" y="2502660"/>
              <a:ext cx="1262814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1573538" y="1342505"/>
              <a:ext cx="556689" cy="737336"/>
            </a:xfrm>
            <a:prstGeom prst="rect">
              <a:avLst/>
            </a:prstGeom>
          </p:spPr>
        </p:pic>
        <p:sp>
          <p:nvSpPr>
            <p:cNvPr id="325" name="TextBox 324"/>
            <p:cNvSpPr txBox="1"/>
            <p:nvPr/>
          </p:nvSpPr>
          <p:spPr>
            <a:xfrm>
              <a:off x="928181" y="1105646"/>
              <a:ext cx="857927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Audio Mic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640291" y="83082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3928322" y="758811"/>
              <a:ext cx="1152128" cy="1368152"/>
              <a:chOff x="2503140" y="2852936"/>
              <a:chExt cx="1440160" cy="1368152"/>
            </a:xfrm>
          </p:grpSpPr>
          <p:cxnSp>
            <p:nvCxnSpPr>
              <p:cNvPr id="128" name="Straight Connector 127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9" name="Straight Connector 128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0" name="Straight Connector 129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40" name="Straight Connector 39"/>
            <p:cNvCxnSpPr/>
            <p:nvPr/>
          </p:nvCxnSpPr>
          <p:spPr bwMode="auto">
            <a:xfrm>
              <a:off x="4504386" y="398771"/>
              <a:ext cx="2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41" name="Group 40"/>
            <p:cNvGrpSpPr/>
            <p:nvPr/>
          </p:nvGrpSpPr>
          <p:grpSpPr>
            <a:xfrm>
              <a:off x="4576394" y="1694915"/>
              <a:ext cx="279648" cy="288032"/>
              <a:chOff x="3079204" y="2996952"/>
              <a:chExt cx="279648" cy="288032"/>
            </a:xfrm>
          </p:grpSpPr>
          <p:cxnSp>
            <p:nvCxnSpPr>
              <p:cNvPr id="123" name="Straight Connector 122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24" name="Group 123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25" name="Straight Connector 124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6" name="Straight Connector 125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7" name="Straight Connector 126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42" name="TextBox 41"/>
            <p:cNvSpPr txBox="1"/>
            <p:nvPr/>
          </p:nvSpPr>
          <p:spPr>
            <a:xfrm>
              <a:off x="3891350" y="9000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cxnSp>
          <p:nvCxnSpPr>
            <p:cNvPr id="43" name="Straight Connector 42"/>
            <p:cNvCxnSpPr/>
            <p:nvPr/>
          </p:nvCxnSpPr>
          <p:spPr bwMode="auto">
            <a:xfrm flipH="1">
              <a:off x="3973313" y="1796103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 flipH="1" flipV="1">
              <a:off x="2742214" y="1082847"/>
              <a:ext cx="1172578" cy="464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flipH="1" flipV="1">
              <a:off x="3568283" y="1766924"/>
              <a:ext cx="360041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6" name="Rectangle 45"/>
            <p:cNvSpPr/>
            <p:nvPr/>
          </p:nvSpPr>
          <p:spPr bwMode="auto">
            <a:xfrm>
              <a:off x="4360370" y="2270979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</a:p>
          </p:txBody>
        </p:sp>
        <p:cxnSp>
          <p:nvCxnSpPr>
            <p:cNvPr id="47" name="Straight Connector 46"/>
            <p:cNvCxnSpPr/>
            <p:nvPr/>
          </p:nvCxnSpPr>
          <p:spPr bwMode="auto">
            <a:xfrm flipH="1">
              <a:off x="4864426" y="241499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 flipH="1">
              <a:off x="5080450" y="1478891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 flipV="1">
              <a:off x="5224466" y="1478891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 flipV="1">
              <a:off x="3568282" y="1766923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H="1">
              <a:off x="3568282" y="2414995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5" name="Straight Connector 54"/>
            <p:cNvCxnSpPr/>
            <p:nvPr/>
          </p:nvCxnSpPr>
          <p:spPr bwMode="auto">
            <a:xfrm>
              <a:off x="2167364" y="1046843"/>
              <a:ext cx="0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56" name="Group 55"/>
            <p:cNvGrpSpPr/>
            <p:nvPr/>
          </p:nvGrpSpPr>
          <p:grpSpPr>
            <a:xfrm>
              <a:off x="2051994" y="1883413"/>
              <a:ext cx="279648" cy="288032"/>
              <a:chOff x="3079204" y="2996952"/>
              <a:chExt cx="279648" cy="288032"/>
            </a:xfrm>
          </p:grpSpPr>
          <p:cxnSp>
            <p:nvCxnSpPr>
              <p:cNvPr id="118" name="Straight Connector 117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19" name="Group 118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20" name="Straight Connector 119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1" name="Straight Connector 120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2" name="Straight Connector 121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57" name="Oval 56"/>
            <p:cNvSpPr/>
            <p:nvPr/>
          </p:nvSpPr>
          <p:spPr bwMode="auto">
            <a:xfrm>
              <a:off x="5872538" y="1406883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 rot="5400000">
              <a:off x="3316254" y="288304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360371" y="2559012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200k</a:t>
              </a: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4504387" y="542788"/>
              <a:ext cx="743996" cy="648071"/>
              <a:chOff x="2575148" y="1844825"/>
              <a:chExt cx="743996" cy="648071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2575148" y="1844825"/>
                <a:ext cx="743996" cy="504056"/>
                <a:chOff x="3511253" y="2048847"/>
                <a:chExt cx="743996" cy="588065"/>
              </a:xfrm>
            </p:grpSpPr>
            <p:grpSp>
              <p:nvGrpSpPr>
                <p:cNvPr id="110" name="Group 109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113" name="Straight Connector 112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4" name="Straight Connector 113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5" name="Straight Connector 114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6" name="Straight Connector 115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7" name="Straight Connector 116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12" name="TextBox 111"/>
                <p:cNvSpPr txBox="1"/>
                <p:nvPr/>
              </p:nvSpPr>
              <p:spPr>
                <a:xfrm>
                  <a:off x="3772425" y="2048847"/>
                  <a:ext cx="482824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0.1u</a:t>
                  </a:r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105" name="Straight Connector 104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06" name="Group 105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107" name="Straight Connector 106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8" name="Straight Connector 107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9" name="Straight Connector 108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63" name="TextBox 62"/>
            <p:cNvSpPr txBox="1"/>
            <p:nvPr/>
          </p:nvSpPr>
          <p:spPr>
            <a:xfrm>
              <a:off x="3640291" y="2847044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10k</a:t>
              </a:r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 flipV="1">
              <a:off x="3568282" y="2414995"/>
              <a:ext cx="0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5" name="TextBox 64"/>
            <p:cNvSpPr txBox="1"/>
            <p:nvPr/>
          </p:nvSpPr>
          <p:spPr>
            <a:xfrm>
              <a:off x="4216354" y="75881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648402" y="16229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008443" y="119086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640291" y="147889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678632" y="3250866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10u</a:t>
              </a: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3483672" y="3704207"/>
              <a:ext cx="216024" cy="72008"/>
              <a:chOff x="3447628" y="4437112"/>
              <a:chExt cx="351656" cy="144016"/>
            </a:xfrm>
          </p:grpSpPr>
          <p:cxnSp>
            <p:nvCxnSpPr>
              <p:cNvPr id="100" name="Straight Connector 9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1" name="Straight Connector 10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2" name="Straight Connector 10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84" name="Rectangle 83"/>
            <p:cNvSpPr/>
            <p:nvPr/>
          </p:nvSpPr>
          <p:spPr bwMode="auto">
            <a:xfrm>
              <a:off x="2205800" y="2358644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2959452" y="104684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311381" y="6147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1u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158006" y="2633343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200k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903669" y="758812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C1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565171" y="563485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C2</a:t>
              </a:r>
            </a:p>
          </p:txBody>
        </p:sp>
        <p:sp>
          <p:nvSpPr>
            <p:cNvPr id="133" name="Oval 132"/>
            <p:cNvSpPr/>
            <p:nvPr/>
          </p:nvSpPr>
          <p:spPr bwMode="auto">
            <a:xfrm>
              <a:off x="2962919" y="2473525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2" name="Group 151"/>
            <p:cNvGrpSpPr/>
            <p:nvPr/>
          </p:nvGrpSpPr>
          <p:grpSpPr>
            <a:xfrm>
              <a:off x="2172897" y="983638"/>
              <a:ext cx="663743" cy="206732"/>
              <a:chOff x="5740858" y="1494076"/>
              <a:chExt cx="663743" cy="206732"/>
            </a:xfrm>
          </p:grpSpPr>
          <p:cxnSp>
            <p:nvCxnSpPr>
              <p:cNvPr id="157" name="Straight Connector 156"/>
              <p:cNvCxnSpPr/>
              <p:nvPr/>
            </p:nvCxnSpPr>
            <p:spPr bwMode="auto">
              <a:xfrm>
                <a:off x="6031532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58" name="Straight Connector 157"/>
              <p:cNvCxnSpPr/>
              <p:nvPr/>
            </p:nvCxnSpPr>
            <p:spPr bwMode="auto">
              <a:xfrm>
                <a:off x="6103540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59" name="Straight Connector 158"/>
              <p:cNvCxnSpPr/>
              <p:nvPr/>
            </p:nvCxnSpPr>
            <p:spPr bwMode="auto">
              <a:xfrm flipH="1">
                <a:off x="5740858" y="1587317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60" name="Straight Connector 159"/>
              <p:cNvCxnSpPr/>
              <p:nvPr/>
            </p:nvCxnSpPr>
            <p:spPr bwMode="auto">
              <a:xfrm flipH="1">
                <a:off x="6103540" y="1592544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0CB63FC-E308-0F49-ABFB-8FDDAED1C279}"/>
                </a:ext>
              </a:extLst>
            </p:cNvPr>
            <p:cNvCxnSpPr/>
            <p:nvPr/>
          </p:nvCxnSpPr>
          <p:spPr bwMode="auto">
            <a:xfrm flipV="1">
              <a:off x="2167364" y="148630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59ECF1C-3C51-EF44-A146-3ADCB5981723}"/>
                </a:ext>
              </a:extLst>
            </p:cNvPr>
            <p:cNvSpPr/>
            <p:nvPr/>
          </p:nvSpPr>
          <p:spPr bwMode="auto">
            <a:xfrm rot="5400000">
              <a:off x="1882959" y="530275"/>
              <a:ext cx="504056" cy="28803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R7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BE44168B-82FC-A945-B912-0C6CA68AB9A5}"/>
                </a:ext>
              </a:extLst>
            </p:cNvPr>
            <p:cNvSpPr/>
            <p:nvPr/>
          </p:nvSpPr>
          <p:spPr bwMode="auto">
            <a:xfrm>
              <a:off x="4470294" y="58379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BF8578-8281-7046-A641-262A64C96035}"/>
                </a:ext>
              </a:extLst>
            </p:cNvPr>
            <p:cNvSpPr/>
            <p:nvPr/>
          </p:nvSpPr>
          <p:spPr bwMode="auto">
            <a:xfrm>
              <a:off x="2138387" y="105063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03F190A-D42A-CA41-ACF5-7665EBAE8AD4}"/>
                </a:ext>
              </a:extLst>
            </p:cNvPr>
            <p:cNvSpPr txBox="1"/>
            <p:nvPr/>
          </p:nvSpPr>
          <p:spPr>
            <a:xfrm>
              <a:off x="1445757" y="505245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F0D1535-BCA3-2246-8DC9-009FE2DBAC0F}"/>
                </a:ext>
              </a:extLst>
            </p:cNvPr>
            <p:cNvSpPr/>
            <p:nvPr/>
          </p:nvSpPr>
          <p:spPr bwMode="auto">
            <a:xfrm>
              <a:off x="3539451" y="2381182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58901CD6-73F7-9941-B926-11C3ACB0B063}"/>
                </a:ext>
              </a:extLst>
            </p:cNvPr>
            <p:cNvSpPr txBox="1"/>
            <p:nvPr/>
          </p:nvSpPr>
          <p:spPr>
            <a:xfrm>
              <a:off x="3712299" y="3481269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C3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ADF5EB4-FE92-904F-B807-E698D116E72C}"/>
                </a:ext>
              </a:extLst>
            </p:cNvPr>
            <p:cNvGrpSpPr/>
            <p:nvPr/>
          </p:nvGrpSpPr>
          <p:grpSpPr>
            <a:xfrm>
              <a:off x="3468759" y="3239547"/>
              <a:ext cx="357876" cy="455005"/>
              <a:chOff x="6136675" y="3232725"/>
              <a:chExt cx="357876" cy="45500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75167B0-6947-524C-8F6E-7DBFAE06010D}"/>
                  </a:ext>
                </a:extLst>
              </p:cNvPr>
              <p:cNvGrpSpPr/>
              <p:nvPr/>
            </p:nvGrpSpPr>
            <p:grpSpPr>
              <a:xfrm>
                <a:off x="6136675" y="3520332"/>
                <a:ext cx="255799" cy="116083"/>
                <a:chOff x="6067694" y="3337715"/>
                <a:chExt cx="435427" cy="223373"/>
              </a:xfrm>
            </p:grpSpPr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BDB3376B-04C6-9240-8941-EC554B3A66D1}"/>
                    </a:ext>
                  </a:extLst>
                </p:cNvPr>
                <p:cNvSpPr/>
                <p:nvPr/>
              </p:nvSpPr>
              <p:spPr>
                <a:xfrm>
                  <a:off x="6067694" y="3337715"/>
                  <a:ext cx="423514" cy="223373"/>
                </a:xfrm>
                <a:prstGeom prst="arc">
                  <a:avLst>
                    <a:gd name="adj1" fmla="val 16200000"/>
                    <a:gd name="adj2" fmla="val 81654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8" name="Arc 287">
                  <a:extLst>
                    <a:ext uri="{FF2B5EF4-FFF2-40B4-BE49-F238E27FC236}">
                      <a16:creationId xmlns:a16="http://schemas.microsoft.com/office/drawing/2014/main" id="{0F170AF9-4E89-6A48-94B9-E4AF9EC3EC37}"/>
                    </a:ext>
                  </a:extLst>
                </p:cNvPr>
                <p:cNvSpPr/>
                <p:nvPr/>
              </p:nvSpPr>
              <p:spPr>
                <a:xfrm flipH="1">
                  <a:off x="6079607" y="3337715"/>
                  <a:ext cx="423514" cy="223373"/>
                </a:xfrm>
                <a:prstGeom prst="arc">
                  <a:avLst>
                    <a:gd name="adj1" fmla="val 16200000"/>
                    <a:gd name="adj2" fmla="val 81654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4922702C-32BA-8747-AB5B-BF583568CE96}"/>
                  </a:ext>
                </a:extLst>
              </p:cNvPr>
              <p:cNvCxnSpPr/>
              <p:nvPr/>
            </p:nvCxnSpPr>
            <p:spPr bwMode="auto">
              <a:xfrm flipH="1">
                <a:off x="6136675" y="3450454"/>
                <a:ext cx="255799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D3B5EBEE-4433-CE4E-95DE-8468DDB44F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64576" y="3279092"/>
                <a:ext cx="0" cy="16677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56EE7729-154F-804B-9C1E-0F93A607B18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64575" y="3520953"/>
                <a:ext cx="0" cy="16677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BE2A5D67-3A01-6A44-B516-35A616A8BD00}"/>
                  </a:ext>
                </a:extLst>
              </p:cNvPr>
              <p:cNvSpPr txBox="1"/>
              <p:nvPr/>
            </p:nvSpPr>
            <p:spPr>
              <a:xfrm>
                <a:off x="6205689" y="3232725"/>
                <a:ext cx="2888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</p:grp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3E11CC7C-48E7-8043-87D3-CA0E4CC99457}"/>
                </a:ext>
              </a:extLst>
            </p:cNvPr>
            <p:cNvSpPr txBox="1"/>
            <p:nvPr/>
          </p:nvSpPr>
          <p:spPr>
            <a:xfrm>
              <a:off x="5593322" y="1004889"/>
              <a:ext cx="43473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7543D002-F9C4-AA47-8437-224E2747CF1F}"/>
                </a:ext>
              </a:extLst>
            </p:cNvPr>
            <p:cNvSpPr txBox="1"/>
            <p:nvPr/>
          </p:nvSpPr>
          <p:spPr>
            <a:xfrm>
              <a:off x="1793676" y="8446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5CAFD584-1341-184F-91ED-D9BF2A51F126}"/>
                </a:ext>
              </a:extLst>
            </p:cNvPr>
            <p:cNvSpPr txBox="1"/>
            <p:nvPr/>
          </p:nvSpPr>
          <p:spPr>
            <a:xfrm>
              <a:off x="4125151" y="162334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E36A0B81-1F42-1A48-890B-CB86CE3809C2}"/>
                </a:ext>
              </a:extLst>
            </p:cNvPr>
            <p:cNvSpPr/>
            <p:nvPr/>
          </p:nvSpPr>
          <p:spPr bwMode="auto">
            <a:xfrm>
              <a:off x="5186534" y="1446659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917F0323-706C-1D45-A5C5-F0FC1128816F}"/>
              </a:ext>
            </a:extLst>
          </p:cNvPr>
          <p:cNvGrpSpPr/>
          <p:nvPr/>
        </p:nvGrpSpPr>
        <p:grpSpPr>
          <a:xfrm>
            <a:off x="6841019" y="3507342"/>
            <a:ext cx="2402983" cy="1381790"/>
            <a:chOff x="6841019" y="3507342"/>
            <a:chExt cx="2402983" cy="1381790"/>
          </a:xfrm>
        </p:grpSpPr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6F0EFAF8-580A-E044-8D1A-911EDEED44D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72210" y="3507342"/>
              <a:ext cx="237179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47C737D3-EAC7-5442-96DB-980259CF66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872210" y="3942349"/>
              <a:ext cx="0" cy="8985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06B0CE38-D449-DE4C-B30D-E7496402D66D}"/>
                </a:ext>
              </a:extLst>
            </p:cNvPr>
            <p:cNvSpPr/>
            <p:nvPr/>
          </p:nvSpPr>
          <p:spPr bwMode="auto">
            <a:xfrm>
              <a:off x="6841019" y="4817124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4" name="TextBox 433">
            <a:extLst>
              <a:ext uri="{FF2B5EF4-FFF2-40B4-BE49-F238E27FC236}">
                <a16:creationId xmlns:a16="http://schemas.microsoft.com/office/drawing/2014/main" id="{35825880-0251-D54D-BC44-B6A841D71B45}"/>
              </a:ext>
            </a:extLst>
          </p:cNvPr>
          <p:cNvSpPr txBox="1"/>
          <p:nvPr/>
        </p:nvSpPr>
        <p:spPr>
          <a:xfrm>
            <a:off x="9503967" y="3612318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C8</a:t>
            </a:r>
          </a:p>
        </p:txBody>
      </p: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3F0FE29C-14FF-3744-B472-A19DCA7267F0}"/>
              </a:ext>
            </a:extLst>
          </p:cNvPr>
          <p:cNvGrpSpPr/>
          <p:nvPr/>
        </p:nvGrpSpPr>
        <p:grpSpPr>
          <a:xfrm>
            <a:off x="208716" y="3866429"/>
            <a:ext cx="2317389" cy="1213820"/>
            <a:chOff x="208716" y="3866429"/>
            <a:chExt cx="2317389" cy="1213820"/>
          </a:xfrm>
        </p:grpSpPr>
        <p:cxnSp>
          <p:nvCxnSpPr>
            <p:cNvPr id="36" name="Straight Connector 35"/>
            <p:cNvCxnSpPr>
              <a:cxnSpLocks/>
            </p:cNvCxnSpPr>
            <p:nvPr/>
          </p:nvCxnSpPr>
          <p:spPr bwMode="auto">
            <a:xfrm flipH="1" flipV="1">
              <a:off x="1134134" y="4298476"/>
              <a:ext cx="1085850" cy="15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74" name="Rectangle 73"/>
            <p:cNvSpPr/>
            <p:nvPr/>
          </p:nvSpPr>
          <p:spPr bwMode="auto">
            <a:xfrm>
              <a:off x="702087" y="415446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R4</a:t>
              </a:r>
            </a:p>
          </p:txBody>
        </p:sp>
        <p:cxnSp>
          <p:nvCxnSpPr>
            <p:cNvPr id="75" name="Straight Connector 74"/>
            <p:cNvCxnSpPr/>
            <p:nvPr/>
          </p:nvCxnSpPr>
          <p:spPr bwMode="auto">
            <a:xfrm flipH="1">
              <a:off x="414055" y="4298476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6" name="Straight Connector 75"/>
            <p:cNvCxnSpPr/>
            <p:nvPr/>
          </p:nvCxnSpPr>
          <p:spPr bwMode="auto">
            <a:xfrm flipH="1">
              <a:off x="1206144" y="4298476"/>
              <a:ext cx="3130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77" name="Picture 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5181" y="4442492"/>
              <a:ext cx="421627" cy="432048"/>
            </a:xfrm>
            <a:prstGeom prst="rect">
              <a:avLst/>
            </a:prstGeom>
          </p:spPr>
        </p:pic>
        <p:cxnSp>
          <p:nvCxnSpPr>
            <p:cNvPr id="78" name="Straight Connector 77"/>
            <p:cNvCxnSpPr/>
            <p:nvPr/>
          </p:nvCxnSpPr>
          <p:spPr bwMode="auto">
            <a:xfrm flipV="1">
              <a:off x="1585994" y="4298476"/>
              <a:ext cx="5210" cy="5760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79" name="Group 78"/>
            <p:cNvGrpSpPr/>
            <p:nvPr/>
          </p:nvGrpSpPr>
          <p:grpSpPr>
            <a:xfrm>
              <a:off x="1422167" y="4730524"/>
              <a:ext cx="288032" cy="288032"/>
              <a:chOff x="3079204" y="2996952"/>
              <a:chExt cx="279648" cy="288032"/>
            </a:xfrm>
          </p:grpSpPr>
          <p:cxnSp>
            <p:nvCxnSpPr>
              <p:cNvPr id="95" name="Straight Connector 94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6" name="Group 95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7" name="Straight Connector 96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8" name="Straight Connector 97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80" name="Straight Connector 79"/>
            <p:cNvCxnSpPr/>
            <p:nvPr/>
          </p:nvCxnSpPr>
          <p:spPr bwMode="auto">
            <a:xfrm>
              <a:off x="1383344" y="4298476"/>
              <a:ext cx="5641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1" name="TextBox 80"/>
            <p:cNvSpPr txBox="1"/>
            <p:nvPr/>
          </p:nvSpPr>
          <p:spPr>
            <a:xfrm>
              <a:off x="1822988" y="3968462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2.5V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847714" y="4803250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AP431i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2087" y="3866429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270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F5C70244-C146-154F-9BA1-38512DF007DB}"/>
                </a:ext>
              </a:extLst>
            </p:cNvPr>
            <p:cNvSpPr txBox="1"/>
            <p:nvPr/>
          </p:nvSpPr>
          <p:spPr>
            <a:xfrm>
              <a:off x="2006801" y="4371727"/>
              <a:ext cx="4610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Vref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2ED6A7F9-C7B0-3646-A354-25E3CC7935BA}"/>
                </a:ext>
              </a:extLst>
            </p:cNvPr>
            <p:cNvSpPr/>
            <p:nvPr/>
          </p:nvSpPr>
          <p:spPr bwMode="auto">
            <a:xfrm>
              <a:off x="1558708" y="4282497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C0CC098F-EB01-BF43-8DAE-2FC310E3626D}"/>
                </a:ext>
              </a:extLst>
            </p:cNvPr>
            <p:cNvSpPr/>
            <p:nvPr/>
          </p:nvSpPr>
          <p:spPr bwMode="auto">
            <a:xfrm>
              <a:off x="1356942" y="4275991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82955587-1329-6B4E-9EF9-A69C00C4E4B1}"/>
                </a:ext>
              </a:extLst>
            </p:cNvPr>
            <p:cNvSpPr txBox="1"/>
            <p:nvPr/>
          </p:nvSpPr>
          <p:spPr>
            <a:xfrm>
              <a:off x="208716" y="3960402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436" name="TextBox 435">
              <a:extLst>
                <a:ext uri="{FF2B5EF4-FFF2-40B4-BE49-F238E27FC236}">
                  <a16:creationId xmlns:a16="http://schemas.microsoft.com/office/drawing/2014/main" id="{B91C988D-694B-6A4B-BF66-B2B88F7E474C}"/>
                </a:ext>
              </a:extLst>
            </p:cNvPr>
            <p:cNvSpPr txBox="1"/>
            <p:nvPr/>
          </p:nvSpPr>
          <p:spPr>
            <a:xfrm>
              <a:off x="1652629" y="4581355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D1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C547CDA7-6583-9B46-B29F-50E86ECE8D23}"/>
                </a:ext>
              </a:extLst>
            </p:cNvPr>
            <p:cNvSpPr/>
            <p:nvPr/>
          </p:nvSpPr>
          <p:spPr bwMode="auto">
            <a:xfrm>
              <a:off x="515034" y="4268587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14" name="Straight Connector 313"/>
          <p:cNvCxnSpPr/>
          <p:nvPr/>
        </p:nvCxnSpPr>
        <p:spPr bwMode="auto">
          <a:xfrm flipH="1">
            <a:off x="6883448" y="1444735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72CDA458-42E7-1D4C-98FE-DC9D38EF680E}"/>
              </a:ext>
            </a:extLst>
          </p:cNvPr>
          <p:cNvCxnSpPr>
            <a:cxnSpLocks/>
          </p:cNvCxnSpPr>
          <p:nvPr/>
        </p:nvCxnSpPr>
        <p:spPr bwMode="auto">
          <a:xfrm>
            <a:off x="7422503" y="1816019"/>
            <a:ext cx="0" cy="11125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98" name="TextBox 297"/>
          <p:cNvSpPr txBox="1"/>
          <p:nvPr/>
        </p:nvSpPr>
        <p:spPr>
          <a:xfrm>
            <a:off x="8287987" y="185470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299" name="Group 298"/>
          <p:cNvGrpSpPr/>
          <p:nvPr/>
        </p:nvGrpSpPr>
        <p:grpSpPr>
          <a:xfrm>
            <a:off x="8579183" y="1093688"/>
            <a:ext cx="1152128" cy="1368152"/>
            <a:chOff x="2503140" y="2852936"/>
            <a:chExt cx="1440160" cy="1368152"/>
          </a:xfrm>
        </p:grpSpPr>
        <p:cxnSp>
          <p:nvCxnSpPr>
            <p:cNvPr id="316" name="Straight Connector 315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7" name="Straight Connector 316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8" name="Straight Connector 317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00" name="TextBox 299"/>
          <p:cNvSpPr txBox="1"/>
          <p:nvPr/>
        </p:nvSpPr>
        <p:spPr>
          <a:xfrm>
            <a:off x="8593018" y="125588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01" name="Straight Connector 300"/>
          <p:cNvCxnSpPr/>
          <p:nvPr/>
        </p:nvCxnSpPr>
        <p:spPr bwMode="auto">
          <a:xfrm flipH="1">
            <a:off x="8664787" y="2114128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2" name="Straight Connector 301"/>
          <p:cNvCxnSpPr>
            <a:cxnSpLocks/>
          </p:cNvCxnSpPr>
          <p:nvPr/>
        </p:nvCxnSpPr>
        <p:spPr bwMode="auto">
          <a:xfrm flipH="1" flipV="1">
            <a:off x="7907370" y="2090767"/>
            <a:ext cx="671813" cy="110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3" name="Straight Connector 302"/>
          <p:cNvCxnSpPr/>
          <p:nvPr/>
        </p:nvCxnSpPr>
        <p:spPr bwMode="auto">
          <a:xfrm flipH="1">
            <a:off x="8205970" y="775889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4" name="Rectangle 303"/>
          <p:cNvSpPr/>
          <p:nvPr/>
        </p:nvSpPr>
        <p:spPr bwMode="auto">
          <a:xfrm>
            <a:off x="8794751" y="62214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R10</a:t>
            </a:r>
          </a:p>
        </p:txBody>
      </p:sp>
      <p:cxnSp>
        <p:nvCxnSpPr>
          <p:cNvPr id="305" name="Straight Connector 304"/>
          <p:cNvCxnSpPr/>
          <p:nvPr/>
        </p:nvCxnSpPr>
        <p:spPr bwMode="auto">
          <a:xfrm flipH="1">
            <a:off x="9731311" y="1813768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6" name="Straight Connector 305"/>
          <p:cNvCxnSpPr/>
          <p:nvPr/>
        </p:nvCxnSpPr>
        <p:spPr bwMode="auto">
          <a:xfrm flipV="1">
            <a:off x="9887589" y="768756"/>
            <a:ext cx="0" cy="10450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7" name="Straight Connector 306"/>
          <p:cNvCxnSpPr/>
          <p:nvPr/>
        </p:nvCxnSpPr>
        <p:spPr bwMode="auto">
          <a:xfrm flipV="1">
            <a:off x="8214116" y="783434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9" name="TextBox 308"/>
          <p:cNvSpPr txBox="1"/>
          <p:nvPr/>
        </p:nvSpPr>
        <p:spPr>
          <a:xfrm>
            <a:off x="10155604" y="1354347"/>
            <a:ext cx="44755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9659303" y="152573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241746" y="117760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12" name="Oval 311"/>
          <p:cNvSpPr/>
          <p:nvPr/>
        </p:nvSpPr>
        <p:spPr bwMode="auto">
          <a:xfrm>
            <a:off x="8178112" y="141250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ectangle 314"/>
          <p:cNvSpPr/>
          <p:nvPr/>
        </p:nvSpPr>
        <p:spPr bwMode="auto">
          <a:xfrm>
            <a:off x="7403314" y="1297872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R9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C9B834E-F2F0-6F4C-B209-C3E207F3C528}"/>
              </a:ext>
            </a:extLst>
          </p:cNvPr>
          <p:cNvSpPr txBox="1"/>
          <p:nvPr/>
        </p:nvSpPr>
        <p:spPr>
          <a:xfrm>
            <a:off x="8717655" y="280710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74EACF4-1C2E-CD4F-900E-4AAED9629E98}"/>
              </a:ext>
            </a:extLst>
          </p:cNvPr>
          <p:cNvSpPr txBox="1"/>
          <p:nvPr/>
        </p:nvSpPr>
        <p:spPr>
          <a:xfrm>
            <a:off x="7394229" y="999802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6B88290D-C9CF-414C-83F2-897F8D743027}"/>
              </a:ext>
            </a:extLst>
          </p:cNvPr>
          <p:cNvSpPr txBox="1"/>
          <p:nvPr/>
        </p:nvSpPr>
        <p:spPr>
          <a:xfrm>
            <a:off x="8760442" y="1635495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IC1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F7123C77-BAC5-B04B-A400-C70BAA238BF1}"/>
              </a:ext>
            </a:extLst>
          </p:cNvPr>
          <p:cNvSpPr/>
          <p:nvPr/>
        </p:nvSpPr>
        <p:spPr bwMode="auto">
          <a:xfrm rot="5400000">
            <a:off x="7157906" y="2268849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R11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8B96EF-4AA3-ED42-BB2A-A3187159E984}"/>
              </a:ext>
            </a:extLst>
          </p:cNvPr>
          <p:cNvGrpSpPr/>
          <p:nvPr/>
        </p:nvGrpSpPr>
        <p:grpSpPr>
          <a:xfrm>
            <a:off x="7283336" y="2928539"/>
            <a:ext cx="288032" cy="92317"/>
            <a:chOff x="8205801" y="6728045"/>
            <a:chExt cx="331710" cy="173482"/>
          </a:xfrm>
        </p:grpSpPr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0CA1B93E-C271-7142-A8B9-5DC8AC65E6A0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1D5C0805-85B3-7244-AA54-FE392D38A36B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934E340-84F6-9F46-98AE-1E9227AA0E94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06" name="TextBox 405">
            <a:extLst>
              <a:ext uri="{FF2B5EF4-FFF2-40B4-BE49-F238E27FC236}">
                <a16:creationId xmlns:a16="http://schemas.microsoft.com/office/drawing/2014/main" id="{239391B3-CFC5-D040-AA4B-FAD487396F7B}"/>
              </a:ext>
            </a:extLst>
          </p:cNvPr>
          <p:cNvSpPr txBox="1"/>
          <p:nvPr/>
        </p:nvSpPr>
        <p:spPr>
          <a:xfrm>
            <a:off x="7034084" y="163549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E281BAC6-E615-D04D-B784-A3711FC046BC}"/>
              </a:ext>
            </a:extLst>
          </p:cNvPr>
          <p:cNvCxnSpPr/>
          <p:nvPr/>
        </p:nvCxnSpPr>
        <p:spPr bwMode="auto">
          <a:xfrm flipH="1">
            <a:off x="7553950" y="2384828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6116FD51-5534-6745-AF13-9E49071EA8D8}"/>
              </a:ext>
            </a:extLst>
          </p:cNvPr>
          <p:cNvCxnSpPr>
            <a:cxnSpLocks/>
          </p:cNvCxnSpPr>
          <p:nvPr/>
        </p:nvCxnSpPr>
        <p:spPr bwMode="auto">
          <a:xfrm flipV="1">
            <a:off x="7913990" y="2088444"/>
            <a:ext cx="0" cy="2963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DC0107A0-A9B5-0240-897D-EE0D3396EE78}"/>
              </a:ext>
            </a:extLst>
          </p:cNvPr>
          <p:cNvSpPr/>
          <p:nvPr/>
        </p:nvSpPr>
        <p:spPr bwMode="auto">
          <a:xfrm>
            <a:off x="9858533" y="177381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8C0D499-2FD3-CB49-9340-FDCEDABF4607}"/>
              </a:ext>
            </a:extLst>
          </p:cNvPr>
          <p:cNvGrpSpPr/>
          <p:nvPr/>
        </p:nvGrpSpPr>
        <p:grpSpPr>
          <a:xfrm>
            <a:off x="10386996" y="1809814"/>
            <a:ext cx="414555" cy="556610"/>
            <a:chOff x="9009295" y="2796190"/>
            <a:chExt cx="414555" cy="556610"/>
          </a:xfrm>
        </p:grpSpPr>
        <p:sp>
          <p:nvSpPr>
            <p:cNvPr id="413" name="Triangle 412">
              <a:extLst>
                <a:ext uri="{FF2B5EF4-FFF2-40B4-BE49-F238E27FC236}">
                  <a16:creationId xmlns:a16="http://schemas.microsoft.com/office/drawing/2014/main" id="{70EF58E9-3ADA-1548-9C86-AB7A6982EE2F}"/>
                </a:ext>
              </a:extLst>
            </p:cNvPr>
            <p:cNvSpPr/>
            <p:nvPr/>
          </p:nvSpPr>
          <p:spPr>
            <a:xfrm rot="10800000">
              <a:off x="9029633" y="2975308"/>
              <a:ext cx="227024" cy="20179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FEF71ED6-F81E-974D-B0A8-2BCCD25813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49481" y="3040897"/>
              <a:ext cx="0" cy="2803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BA5F3755-34B8-1C4F-A5A1-5756EAD91F5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9667" y="3177106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8FA496-46BE-6049-A643-DEBEEFF1AC3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6189" y="2796190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6BD4D417-CC69-3C40-976C-3F886EA7C73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71483" y="3072003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7011A764-8E3C-FF4D-BDC8-C97AF6C3693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95632" y="2988360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536DED5-1C27-D24C-9D84-1B70CC9B3A63}"/>
              </a:ext>
            </a:extLst>
          </p:cNvPr>
          <p:cNvSpPr/>
          <p:nvPr/>
        </p:nvSpPr>
        <p:spPr bwMode="auto">
          <a:xfrm rot="5400000">
            <a:off x="10271371" y="2480291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R12</a:t>
            </a:r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98CCB3C-3CBC-544D-B412-A69F2CE31BB6}"/>
              </a:ext>
            </a:extLst>
          </p:cNvPr>
          <p:cNvCxnSpPr>
            <a:cxnSpLocks/>
            <a:stCxn id="421" idx="3"/>
          </p:cNvCxnSpPr>
          <p:nvPr/>
        </p:nvCxnSpPr>
        <p:spPr bwMode="auto">
          <a:xfrm flipH="1">
            <a:off x="10518551" y="2876335"/>
            <a:ext cx="4848" cy="2334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7987E1DE-FA12-7942-AB0C-33621233CF19}"/>
              </a:ext>
            </a:extLst>
          </p:cNvPr>
          <p:cNvGrpSpPr/>
          <p:nvPr/>
        </p:nvGrpSpPr>
        <p:grpSpPr>
          <a:xfrm>
            <a:off x="10379383" y="3109772"/>
            <a:ext cx="288032" cy="92317"/>
            <a:chOff x="8205801" y="6728045"/>
            <a:chExt cx="331710" cy="173482"/>
          </a:xfrm>
        </p:grpSpPr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F8DEFFD5-2F57-214F-86F2-A4C723EC2D53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086B664-12CB-324D-938E-8792B8F5F2D5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38730E6D-8FF1-C143-93F9-C855852AABF8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728DE52F-038C-5A40-B7B3-CAF043998C6A}"/>
              </a:ext>
            </a:extLst>
          </p:cNvPr>
          <p:cNvSpPr txBox="1"/>
          <p:nvPr/>
        </p:nvSpPr>
        <p:spPr>
          <a:xfrm>
            <a:off x="7551570" y="2433865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FA7A4344-BEB3-B74B-8487-AC7C4818A838}"/>
              </a:ext>
            </a:extLst>
          </p:cNvPr>
          <p:cNvSpPr txBox="1"/>
          <p:nvPr/>
        </p:nvSpPr>
        <p:spPr>
          <a:xfrm>
            <a:off x="9894537" y="251100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5428F3E4-CE12-C143-A197-81FA5FBFEF15}"/>
              </a:ext>
            </a:extLst>
          </p:cNvPr>
          <p:cNvSpPr txBox="1"/>
          <p:nvPr/>
        </p:nvSpPr>
        <p:spPr>
          <a:xfrm>
            <a:off x="10725567" y="179562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D3</a:t>
            </a:r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BB264BEA-6C85-E44B-92AB-C2365C238B4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3933" y="1446659"/>
            <a:ext cx="0" cy="24956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44" name="Oval 443">
            <a:extLst>
              <a:ext uri="{FF2B5EF4-FFF2-40B4-BE49-F238E27FC236}">
                <a16:creationId xmlns:a16="http://schemas.microsoft.com/office/drawing/2014/main" id="{ADE452D4-A441-1C48-8F59-ACBFE2A82644}"/>
              </a:ext>
            </a:extLst>
          </p:cNvPr>
          <p:cNvSpPr/>
          <p:nvPr/>
        </p:nvSpPr>
        <p:spPr bwMode="auto">
          <a:xfrm>
            <a:off x="6847929" y="3471329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3502EBE6-4FAF-4043-B89F-9F5222B359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43553" y="4292960"/>
            <a:ext cx="0" cy="467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2E86FA0E-E866-574E-8DD7-1C66E34C4DFA}"/>
              </a:ext>
            </a:extLst>
          </p:cNvPr>
          <p:cNvGrpSpPr/>
          <p:nvPr/>
        </p:nvGrpSpPr>
        <p:grpSpPr>
          <a:xfrm>
            <a:off x="417935" y="4511734"/>
            <a:ext cx="414555" cy="556610"/>
            <a:chOff x="9009295" y="2796190"/>
            <a:chExt cx="414555" cy="556610"/>
          </a:xfrm>
        </p:grpSpPr>
        <p:sp>
          <p:nvSpPr>
            <p:cNvPr id="452" name="Triangle 451">
              <a:extLst>
                <a:ext uri="{FF2B5EF4-FFF2-40B4-BE49-F238E27FC236}">
                  <a16:creationId xmlns:a16="http://schemas.microsoft.com/office/drawing/2014/main" id="{68CC1861-489C-9041-A06D-881ADB719B7D}"/>
                </a:ext>
              </a:extLst>
            </p:cNvPr>
            <p:cNvSpPr/>
            <p:nvPr/>
          </p:nvSpPr>
          <p:spPr>
            <a:xfrm rot="10800000">
              <a:off x="9029633" y="2975308"/>
              <a:ext cx="227024" cy="20179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90871B00-0652-E248-9490-C6F4B45D62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49481" y="3040897"/>
              <a:ext cx="0" cy="2803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A50CE43-5767-0149-86F0-987A825A0C9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9667" y="3177106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3282E936-9F94-3049-8423-9587E79E73F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6189" y="2796190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2BEC3019-8E5B-484F-9118-E98E7A7076C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71483" y="3072003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DE9947DC-1FDA-6E43-8D16-16EEA942C6B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95632" y="2988360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458" name="Rectangle 457">
            <a:extLst>
              <a:ext uri="{FF2B5EF4-FFF2-40B4-BE49-F238E27FC236}">
                <a16:creationId xmlns:a16="http://schemas.microsoft.com/office/drawing/2014/main" id="{658CEE97-DEB4-324F-8336-8E1AA582B186}"/>
              </a:ext>
            </a:extLst>
          </p:cNvPr>
          <p:cNvSpPr/>
          <p:nvPr/>
        </p:nvSpPr>
        <p:spPr bwMode="auto">
          <a:xfrm rot="5400000">
            <a:off x="312545" y="5192957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R13</a:t>
            </a:r>
          </a:p>
        </p:txBody>
      </p: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C09C48C8-64C4-F84D-B088-D3A365A3D23B}"/>
              </a:ext>
            </a:extLst>
          </p:cNvPr>
          <p:cNvCxnSpPr>
            <a:cxnSpLocks/>
          </p:cNvCxnSpPr>
          <p:nvPr/>
        </p:nvCxnSpPr>
        <p:spPr bwMode="auto">
          <a:xfrm flipH="1">
            <a:off x="559725" y="5589001"/>
            <a:ext cx="4848" cy="2334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42BA168B-9EE5-3E49-ACCA-3AFDB90D4A95}"/>
              </a:ext>
            </a:extLst>
          </p:cNvPr>
          <p:cNvGrpSpPr/>
          <p:nvPr/>
        </p:nvGrpSpPr>
        <p:grpSpPr>
          <a:xfrm>
            <a:off x="420557" y="5822438"/>
            <a:ext cx="288032" cy="92317"/>
            <a:chOff x="8205801" y="6728045"/>
            <a:chExt cx="331710" cy="173482"/>
          </a:xfrm>
        </p:grpSpPr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17A57742-57AD-1F4A-B0A3-057EB3D35152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D8B22B2D-BFFC-AA41-94DB-26C795E4F2D3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845F599A-C462-074E-919E-D503EC499133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68" name="TextBox 467">
            <a:extLst>
              <a:ext uri="{FF2B5EF4-FFF2-40B4-BE49-F238E27FC236}">
                <a16:creationId xmlns:a16="http://schemas.microsoft.com/office/drawing/2014/main" id="{FDA49090-B200-EE47-941D-60E1326612B0}"/>
              </a:ext>
            </a:extLst>
          </p:cNvPr>
          <p:cNvSpPr txBox="1"/>
          <p:nvPr/>
        </p:nvSpPr>
        <p:spPr>
          <a:xfrm>
            <a:off x="803703" y="5300109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83F27000-EA39-2A45-A164-3D700DBC16F2}"/>
              </a:ext>
            </a:extLst>
          </p:cNvPr>
          <p:cNvSpPr txBox="1"/>
          <p:nvPr/>
        </p:nvSpPr>
        <p:spPr>
          <a:xfrm>
            <a:off x="7252742" y="488409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3EF558AE-2E28-494D-AB9B-4EEDF17EFB2C}"/>
              </a:ext>
            </a:extLst>
          </p:cNvPr>
          <p:cNvSpPr txBox="1"/>
          <p:nvPr/>
        </p:nvSpPr>
        <p:spPr>
          <a:xfrm>
            <a:off x="824657" y="469393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D4</a:t>
            </a:r>
          </a:p>
        </p:txBody>
      </p:sp>
    </p:spTree>
    <p:extLst>
      <p:ext uri="{BB962C8B-B14F-4D97-AF65-F5344CB8AC3E}">
        <p14:creationId xmlns:p14="http://schemas.microsoft.com/office/powerpoint/2010/main" val="1992528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429C89-A754-AE43-9922-771185A50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2" y="98856"/>
            <a:ext cx="11912600" cy="3517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2925F6-19B7-B049-A73D-88DD2EC58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302" y="3546730"/>
            <a:ext cx="5598297" cy="301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24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B1D356-8A91-3F48-87AF-83BABBD372FB}"/>
              </a:ext>
            </a:extLst>
          </p:cNvPr>
          <p:cNvSpPr txBox="1"/>
          <p:nvPr/>
        </p:nvSpPr>
        <p:spPr>
          <a:xfrm>
            <a:off x="4092181" y="1274773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IC1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8CA94-70CD-A340-B1C9-C561C3A4B403}"/>
              </a:ext>
            </a:extLst>
          </p:cNvPr>
          <p:cNvSpPr txBox="1"/>
          <p:nvPr/>
        </p:nvSpPr>
        <p:spPr>
          <a:xfrm>
            <a:off x="1234511" y="2336878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2.5V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Vref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D5EB89-96FF-0C40-A88D-7B8D8B11792C}"/>
              </a:ext>
            </a:extLst>
          </p:cNvPr>
          <p:cNvCxnSpPr>
            <a:cxnSpLocks/>
          </p:cNvCxnSpPr>
          <p:nvPr/>
        </p:nvCxnSpPr>
        <p:spPr bwMode="auto">
          <a:xfrm flipH="1">
            <a:off x="1734904" y="2502660"/>
            <a:ext cx="1262814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54FE85A-D6C1-1546-A42E-7277F0B1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73538" y="1342505"/>
            <a:ext cx="556689" cy="7373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FEB997-1534-6F4D-8C13-EF424E269326}"/>
              </a:ext>
            </a:extLst>
          </p:cNvPr>
          <p:cNvSpPr txBox="1"/>
          <p:nvPr/>
        </p:nvSpPr>
        <p:spPr>
          <a:xfrm>
            <a:off x="928181" y="1105646"/>
            <a:ext cx="857927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Audio Mic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06302-A16C-8647-9CFF-F06707A152A6}"/>
              </a:ext>
            </a:extLst>
          </p:cNvPr>
          <p:cNvSpPr txBox="1"/>
          <p:nvPr/>
        </p:nvSpPr>
        <p:spPr>
          <a:xfrm>
            <a:off x="3640291" y="83082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304643-498B-5448-A8FE-7FCB30A65D69}"/>
              </a:ext>
            </a:extLst>
          </p:cNvPr>
          <p:cNvGrpSpPr/>
          <p:nvPr/>
        </p:nvGrpSpPr>
        <p:grpSpPr>
          <a:xfrm>
            <a:off x="3928322" y="758811"/>
            <a:ext cx="1152128" cy="1368152"/>
            <a:chOff x="2503140" y="2852936"/>
            <a:chExt cx="1440160" cy="136815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4199B81-D679-4342-B69A-93508DB69A74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43315E6-A134-304A-85B5-E724CE3240F5}"/>
                </a:ext>
              </a:extLst>
            </p:cNvPr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4E6777F-801C-E547-B612-BBB4CF9C2CAF}"/>
                </a:ext>
              </a:extLst>
            </p:cNvPr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E6F538-1F97-3449-BCC3-A420AF1D52DB}"/>
              </a:ext>
            </a:extLst>
          </p:cNvPr>
          <p:cNvCxnSpPr/>
          <p:nvPr/>
        </p:nvCxnSpPr>
        <p:spPr bwMode="auto">
          <a:xfrm>
            <a:off x="4504386" y="398771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160A02-6B11-1644-A1E6-84D73285C9DA}"/>
              </a:ext>
            </a:extLst>
          </p:cNvPr>
          <p:cNvGrpSpPr/>
          <p:nvPr/>
        </p:nvGrpSpPr>
        <p:grpSpPr>
          <a:xfrm>
            <a:off x="4576394" y="1694915"/>
            <a:ext cx="279648" cy="288032"/>
            <a:chOff x="3079204" y="2996952"/>
            <a:chExt cx="279648" cy="288032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6D45743-67FD-6E44-AA93-279DC529005C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2560B3A-BFDB-694E-98F8-D664F0B44EBF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BE1A797E-037B-9D42-AB5B-8260F86B8E75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D43C7F2-6F7C-8649-BF50-4AAF02E73AAA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2D8CA24-1EC0-7B41-BC16-2669949A8231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444AA0E-7D1A-EC44-9106-3E552A106B96}"/>
              </a:ext>
            </a:extLst>
          </p:cNvPr>
          <p:cNvSpPr txBox="1"/>
          <p:nvPr/>
        </p:nvSpPr>
        <p:spPr>
          <a:xfrm>
            <a:off x="3891350" y="90006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3E9F93-2786-154A-B160-C655B6144C17}"/>
              </a:ext>
            </a:extLst>
          </p:cNvPr>
          <p:cNvCxnSpPr/>
          <p:nvPr/>
        </p:nvCxnSpPr>
        <p:spPr bwMode="auto">
          <a:xfrm flipH="1">
            <a:off x="3973313" y="1796103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6A07D83-C48B-8B45-A16D-82110A1345BB}"/>
              </a:ext>
            </a:extLst>
          </p:cNvPr>
          <p:cNvCxnSpPr/>
          <p:nvPr/>
        </p:nvCxnSpPr>
        <p:spPr bwMode="auto">
          <a:xfrm flipH="1" flipV="1">
            <a:off x="2742214" y="1082847"/>
            <a:ext cx="1172578" cy="46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14B201-2538-4844-8653-56A8EC53DECA}"/>
              </a:ext>
            </a:extLst>
          </p:cNvPr>
          <p:cNvCxnSpPr/>
          <p:nvPr/>
        </p:nvCxnSpPr>
        <p:spPr bwMode="auto">
          <a:xfrm flipH="1" flipV="1">
            <a:off x="3568283" y="1766924"/>
            <a:ext cx="360041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180FBBB-64FE-1744-88EF-2593BA2DF32C}"/>
              </a:ext>
            </a:extLst>
          </p:cNvPr>
          <p:cNvSpPr/>
          <p:nvPr/>
        </p:nvSpPr>
        <p:spPr bwMode="auto">
          <a:xfrm>
            <a:off x="4360370" y="2270979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325F35-7E05-724F-B5F3-FC32BEE07237}"/>
              </a:ext>
            </a:extLst>
          </p:cNvPr>
          <p:cNvCxnSpPr/>
          <p:nvPr/>
        </p:nvCxnSpPr>
        <p:spPr bwMode="auto">
          <a:xfrm flipH="1">
            <a:off x="4864426" y="2414995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31848C-B297-6243-AEC3-130835A09931}"/>
              </a:ext>
            </a:extLst>
          </p:cNvPr>
          <p:cNvCxnSpPr/>
          <p:nvPr/>
        </p:nvCxnSpPr>
        <p:spPr bwMode="auto">
          <a:xfrm flipH="1">
            <a:off x="5080450" y="1478891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B0D2A1-BA90-B444-932E-B2EBD844E152}"/>
              </a:ext>
            </a:extLst>
          </p:cNvPr>
          <p:cNvCxnSpPr/>
          <p:nvPr/>
        </p:nvCxnSpPr>
        <p:spPr bwMode="auto">
          <a:xfrm flipV="1">
            <a:off x="5224466" y="1478891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1053E94-EAAD-814D-A854-6926CEAC1200}"/>
              </a:ext>
            </a:extLst>
          </p:cNvPr>
          <p:cNvCxnSpPr/>
          <p:nvPr/>
        </p:nvCxnSpPr>
        <p:spPr bwMode="auto">
          <a:xfrm flipV="1">
            <a:off x="3568282" y="1766923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5B3069-196F-3A47-900B-550B7713C795}"/>
              </a:ext>
            </a:extLst>
          </p:cNvPr>
          <p:cNvCxnSpPr/>
          <p:nvPr/>
        </p:nvCxnSpPr>
        <p:spPr bwMode="auto">
          <a:xfrm flipH="1">
            <a:off x="3568282" y="2414995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945AA9-B654-2446-A28D-A7E4B401168B}"/>
              </a:ext>
            </a:extLst>
          </p:cNvPr>
          <p:cNvCxnSpPr/>
          <p:nvPr/>
        </p:nvCxnSpPr>
        <p:spPr bwMode="auto">
          <a:xfrm>
            <a:off x="2167364" y="1046843"/>
            <a:ext cx="0" cy="5040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68E3E7-0936-3D40-A831-0408AD4984ED}"/>
              </a:ext>
            </a:extLst>
          </p:cNvPr>
          <p:cNvGrpSpPr/>
          <p:nvPr/>
        </p:nvGrpSpPr>
        <p:grpSpPr>
          <a:xfrm>
            <a:off x="2051994" y="1883413"/>
            <a:ext cx="279648" cy="288032"/>
            <a:chOff x="3079204" y="2996952"/>
            <a:chExt cx="279648" cy="288032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48B32AD-C37B-3848-9132-D0A5694D313C}"/>
                </a:ext>
              </a:extLst>
            </p:cNvPr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672BBDC-ABF7-0641-9E45-188F0FDB061B}"/>
                </a:ext>
              </a:extLst>
            </p:cNvPr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372DFB6-D6D8-EB40-9F09-8684463CFEFB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8722909-E911-5C44-AF21-59329FD51B4A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8C2F0D34-5C0E-3B47-B1C1-B7DEE8B12ABA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C79ABB49-B3D2-7745-A633-08AB20978920}"/>
              </a:ext>
            </a:extLst>
          </p:cNvPr>
          <p:cNvSpPr/>
          <p:nvPr/>
        </p:nvSpPr>
        <p:spPr bwMode="auto">
          <a:xfrm>
            <a:off x="5872538" y="1406883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41FB46-89E6-9E45-A9FC-3F4CDACE01BD}"/>
              </a:ext>
            </a:extLst>
          </p:cNvPr>
          <p:cNvSpPr/>
          <p:nvPr/>
        </p:nvSpPr>
        <p:spPr bwMode="auto">
          <a:xfrm rot="5400000">
            <a:off x="3316254" y="2883047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E49BE4-8441-674D-BECF-815C9FB4866A}"/>
              </a:ext>
            </a:extLst>
          </p:cNvPr>
          <p:cNvSpPr txBox="1"/>
          <p:nvPr/>
        </p:nvSpPr>
        <p:spPr>
          <a:xfrm>
            <a:off x="4360371" y="2559012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7E8DCEC-C2E0-124E-8499-67B9A7CE31A6}"/>
              </a:ext>
            </a:extLst>
          </p:cNvPr>
          <p:cNvGrpSpPr/>
          <p:nvPr/>
        </p:nvGrpSpPr>
        <p:grpSpPr>
          <a:xfrm>
            <a:off x="4504387" y="542788"/>
            <a:ext cx="743996" cy="648071"/>
            <a:chOff x="2575148" y="1844825"/>
            <a:chExt cx="743996" cy="648071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A6101BD-FF79-424B-A0A0-4A602DB6B01C}"/>
                </a:ext>
              </a:extLst>
            </p:cNvPr>
            <p:cNvGrpSpPr/>
            <p:nvPr/>
          </p:nvGrpSpPr>
          <p:grpSpPr>
            <a:xfrm>
              <a:off x="2575148" y="1844825"/>
              <a:ext cx="743996" cy="504056"/>
              <a:chOff x="3511253" y="2048847"/>
              <a:chExt cx="743996" cy="588065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0A2E0789-67B3-744A-BCE3-B7D17AE06F16}"/>
                  </a:ext>
                </a:extLst>
              </p:cNvPr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4D838A53-7865-1940-A695-CD3460A540E5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C905560C-A3CD-7A42-AC86-9544249812B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5D06FEAD-82D5-3641-BC8E-029B84475DA9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3E6D734C-257E-CD42-986D-C708BBE61BA1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C1BD58F9-7DF8-0149-87D9-3C13335E2BB6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7FB039E-E92D-9641-87AC-1E1BEF8D3DE7}"/>
                  </a:ext>
                </a:extLst>
              </p:cNvPr>
              <p:cNvSpPr txBox="1"/>
              <p:nvPr/>
            </p:nvSpPr>
            <p:spPr>
              <a:xfrm>
                <a:off x="3772425" y="2048847"/>
                <a:ext cx="48282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0.1u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159350A-94F6-7C4E-BB52-7D7CB6416BFC}"/>
                </a:ext>
              </a:extLst>
            </p:cNvPr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C784231-A4FE-784D-BC6C-4C613F02760F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F576DB3A-38C8-B643-AEB2-1A41EB5FED23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FF2A39A3-D13C-A74B-A8CE-6EBB1B23809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C157B07C-3D80-9E42-BD9F-4F6FBA01DD3B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B48BF271-53A7-E54F-BEF6-C282841BA480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ACA8C4B-72A4-9E42-8064-F6F07DA65E23}"/>
              </a:ext>
            </a:extLst>
          </p:cNvPr>
          <p:cNvSpPr txBox="1"/>
          <p:nvPr/>
        </p:nvSpPr>
        <p:spPr>
          <a:xfrm>
            <a:off x="3640291" y="2847044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10k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467E39-337F-0D40-9BF6-94B75B822BBC}"/>
              </a:ext>
            </a:extLst>
          </p:cNvPr>
          <p:cNvCxnSpPr/>
          <p:nvPr/>
        </p:nvCxnSpPr>
        <p:spPr bwMode="auto">
          <a:xfrm flipV="1">
            <a:off x="3568282" y="2414995"/>
            <a:ext cx="0" cy="3600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2E44BAE-3D56-0E40-B06A-647674507C5B}"/>
              </a:ext>
            </a:extLst>
          </p:cNvPr>
          <p:cNvSpPr txBox="1"/>
          <p:nvPr/>
        </p:nvSpPr>
        <p:spPr>
          <a:xfrm>
            <a:off x="4216354" y="75881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D0AFC8-6525-6C46-A868-EA1BB5D9FC43}"/>
              </a:ext>
            </a:extLst>
          </p:cNvPr>
          <p:cNvSpPr txBox="1"/>
          <p:nvPr/>
        </p:nvSpPr>
        <p:spPr>
          <a:xfrm>
            <a:off x="4648402" y="162290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E3028B-AC5A-794A-B92F-823C61E214E9}"/>
              </a:ext>
            </a:extLst>
          </p:cNvPr>
          <p:cNvSpPr txBox="1"/>
          <p:nvPr/>
        </p:nvSpPr>
        <p:spPr>
          <a:xfrm>
            <a:off x="5008443" y="1190860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B1072F-665B-3849-A183-C6D0EB9FC14D}"/>
              </a:ext>
            </a:extLst>
          </p:cNvPr>
          <p:cNvSpPr txBox="1"/>
          <p:nvPr/>
        </p:nvSpPr>
        <p:spPr>
          <a:xfrm>
            <a:off x="3640291" y="147889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6B0A8C-C220-2B48-968F-4A42747A6109}"/>
              </a:ext>
            </a:extLst>
          </p:cNvPr>
          <p:cNvSpPr txBox="1"/>
          <p:nvPr/>
        </p:nvSpPr>
        <p:spPr>
          <a:xfrm>
            <a:off x="3678632" y="325086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10u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C7EC398-0CD0-5F42-9F8D-820652032237}"/>
              </a:ext>
            </a:extLst>
          </p:cNvPr>
          <p:cNvGrpSpPr/>
          <p:nvPr/>
        </p:nvGrpSpPr>
        <p:grpSpPr>
          <a:xfrm>
            <a:off x="3483672" y="3704207"/>
            <a:ext cx="216024" cy="72008"/>
            <a:chOff x="3447628" y="4437112"/>
            <a:chExt cx="351656" cy="144016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B0B85BA-6111-E54E-BC21-56B093D36CB1}"/>
                </a:ext>
              </a:extLst>
            </p:cNvPr>
            <p:cNvCxnSpPr/>
            <p:nvPr/>
          </p:nvCxnSpPr>
          <p:spPr bwMode="auto">
            <a:xfrm flipH="1">
              <a:off x="3447628" y="4437112"/>
              <a:ext cx="351656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3EF0533-4D19-C343-995F-7BBD1E3E279D}"/>
                </a:ext>
              </a:extLst>
            </p:cNvPr>
            <p:cNvCxnSpPr/>
            <p:nvPr/>
          </p:nvCxnSpPr>
          <p:spPr bwMode="auto">
            <a:xfrm flipH="1">
              <a:off x="3511252" y="4509120"/>
              <a:ext cx="216024" cy="838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8E12FE7-5118-CF47-913C-AAD80B2160E4}"/>
                </a:ext>
              </a:extLst>
            </p:cNvPr>
            <p:cNvCxnSpPr/>
            <p:nvPr/>
          </p:nvCxnSpPr>
          <p:spPr bwMode="auto">
            <a:xfrm flipH="1">
              <a:off x="3583260" y="4581128"/>
              <a:ext cx="720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0C9A9BA-B737-9D48-85C6-48C79DAC7B80}"/>
              </a:ext>
            </a:extLst>
          </p:cNvPr>
          <p:cNvSpPr/>
          <p:nvPr/>
        </p:nvSpPr>
        <p:spPr bwMode="auto">
          <a:xfrm>
            <a:off x="2205800" y="2358644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6C9B851-B192-1A4C-9CE4-B50E8A4E4F6E}"/>
              </a:ext>
            </a:extLst>
          </p:cNvPr>
          <p:cNvSpPr/>
          <p:nvPr/>
        </p:nvSpPr>
        <p:spPr bwMode="auto">
          <a:xfrm>
            <a:off x="2959452" y="104684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836BA6-9B41-A04E-BE08-FC8F88BB92C0}"/>
              </a:ext>
            </a:extLst>
          </p:cNvPr>
          <p:cNvSpPr txBox="1"/>
          <p:nvPr/>
        </p:nvSpPr>
        <p:spPr>
          <a:xfrm>
            <a:off x="2311381" y="61479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1u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3F64D3-5FFE-7A47-B5AC-DB44A4824F68}"/>
              </a:ext>
            </a:extLst>
          </p:cNvPr>
          <p:cNvSpPr txBox="1"/>
          <p:nvPr/>
        </p:nvSpPr>
        <p:spPr>
          <a:xfrm>
            <a:off x="2158006" y="2633343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FDDB56-9A76-894B-9833-96B7EF4B19CA}"/>
              </a:ext>
            </a:extLst>
          </p:cNvPr>
          <p:cNvSpPr txBox="1"/>
          <p:nvPr/>
        </p:nvSpPr>
        <p:spPr>
          <a:xfrm>
            <a:off x="4903669" y="758812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66CB8E-D541-5546-ADE9-4072838D969C}"/>
              </a:ext>
            </a:extLst>
          </p:cNvPr>
          <p:cNvSpPr txBox="1"/>
          <p:nvPr/>
        </p:nvSpPr>
        <p:spPr>
          <a:xfrm>
            <a:off x="2565171" y="563485"/>
            <a:ext cx="424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244E7D2-7FF4-984D-BDB4-4601B8A8AE63}"/>
              </a:ext>
            </a:extLst>
          </p:cNvPr>
          <p:cNvSpPr/>
          <p:nvPr/>
        </p:nvSpPr>
        <p:spPr bwMode="auto">
          <a:xfrm>
            <a:off x="2962919" y="2473525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D4A8D0-BC00-CC4A-8164-A67AB589B801}"/>
              </a:ext>
            </a:extLst>
          </p:cNvPr>
          <p:cNvGrpSpPr/>
          <p:nvPr/>
        </p:nvGrpSpPr>
        <p:grpSpPr>
          <a:xfrm>
            <a:off x="2172897" y="983638"/>
            <a:ext cx="663743" cy="206732"/>
            <a:chOff x="5740858" y="1494076"/>
            <a:chExt cx="663743" cy="206732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D59C913-9262-4D45-B289-286EFA4538C2}"/>
                </a:ext>
              </a:extLst>
            </p:cNvPr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BBB87B-6009-BC4C-8BC2-A327A3369D0F}"/>
                </a:ext>
              </a:extLst>
            </p:cNvPr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6601E39-1DDA-634A-8CDE-E1BD5F0FE14A}"/>
                </a:ext>
              </a:extLst>
            </p:cNvPr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78C91C1-F5AF-2B40-93C3-734FDD415608}"/>
                </a:ext>
              </a:extLst>
            </p:cNvPr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9DCD80-93A2-0A41-857B-02A8331111E0}"/>
              </a:ext>
            </a:extLst>
          </p:cNvPr>
          <p:cNvCxnSpPr/>
          <p:nvPr/>
        </p:nvCxnSpPr>
        <p:spPr bwMode="auto">
          <a:xfrm flipV="1">
            <a:off x="2167364" y="148630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3E37437-81F3-2F46-A6C0-6138F9CE9F02}"/>
              </a:ext>
            </a:extLst>
          </p:cNvPr>
          <p:cNvSpPr/>
          <p:nvPr/>
        </p:nvSpPr>
        <p:spPr bwMode="auto">
          <a:xfrm rot="5400000">
            <a:off x="1882959" y="530275"/>
            <a:ext cx="504056" cy="288032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R7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E610E61-16B1-DD4F-8098-AB5ADD7AD2B8}"/>
              </a:ext>
            </a:extLst>
          </p:cNvPr>
          <p:cNvSpPr/>
          <p:nvPr/>
        </p:nvSpPr>
        <p:spPr bwMode="auto">
          <a:xfrm>
            <a:off x="4470294" y="58379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EB81EC-EDD9-A645-85B9-F67444542516}"/>
              </a:ext>
            </a:extLst>
          </p:cNvPr>
          <p:cNvSpPr/>
          <p:nvPr/>
        </p:nvSpPr>
        <p:spPr bwMode="auto">
          <a:xfrm>
            <a:off x="2138387" y="105063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A2056A-4CE8-1E47-89FF-B6DFE8DEF754}"/>
              </a:ext>
            </a:extLst>
          </p:cNvPr>
          <p:cNvSpPr txBox="1"/>
          <p:nvPr/>
        </p:nvSpPr>
        <p:spPr>
          <a:xfrm>
            <a:off x="1445757" y="505245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61BCA57-F2FD-AD49-844D-5D43B0203DA0}"/>
              </a:ext>
            </a:extLst>
          </p:cNvPr>
          <p:cNvSpPr/>
          <p:nvPr/>
        </p:nvSpPr>
        <p:spPr bwMode="auto">
          <a:xfrm>
            <a:off x="3539451" y="2381182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C6225F-E732-124A-8049-C22986E17461}"/>
              </a:ext>
            </a:extLst>
          </p:cNvPr>
          <p:cNvSpPr txBox="1"/>
          <p:nvPr/>
        </p:nvSpPr>
        <p:spPr>
          <a:xfrm>
            <a:off x="3712299" y="3481269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C3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247D4E5-D0CF-DF46-8358-080D4BE69D04}"/>
              </a:ext>
            </a:extLst>
          </p:cNvPr>
          <p:cNvGrpSpPr/>
          <p:nvPr/>
        </p:nvGrpSpPr>
        <p:grpSpPr>
          <a:xfrm>
            <a:off x="3468759" y="3239547"/>
            <a:ext cx="357876" cy="455005"/>
            <a:chOff x="6136675" y="3232725"/>
            <a:chExt cx="357876" cy="455005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7DDC726-90F7-4D40-B562-1D6AE99ED25F}"/>
                </a:ext>
              </a:extLst>
            </p:cNvPr>
            <p:cNvGrpSpPr/>
            <p:nvPr/>
          </p:nvGrpSpPr>
          <p:grpSpPr>
            <a:xfrm>
              <a:off x="6136675" y="3520332"/>
              <a:ext cx="255799" cy="116083"/>
              <a:chOff x="6067694" y="3337715"/>
              <a:chExt cx="435427" cy="223373"/>
            </a:xfrm>
          </p:grpSpPr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A8D041CF-F423-6C42-9047-81DBAEE2713D}"/>
                  </a:ext>
                </a:extLst>
              </p:cNvPr>
              <p:cNvSpPr/>
              <p:nvPr/>
            </p:nvSpPr>
            <p:spPr>
              <a:xfrm>
                <a:off x="6067694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Arc 65">
                <a:extLst>
                  <a:ext uri="{FF2B5EF4-FFF2-40B4-BE49-F238E27FC236}">
                    <a16:creationId xmlns:a16="http://schemas.microsoft.com/office/drawing/2014/main" id="{22DAC994-B73B-9D40-BFA6-7D4591C8BF97}"/>
                  </a:ext>
                </a:extLst>
              </p:cNvPr>
              <p:cNvSpPr/>
              <p:nvPr/>
            </p:nvSpPr>
            <p:spPr>
              <a:xfrm flipH="1">
                <a:off x="6079607" y="3337715"/>
                <a:ext cx="423514" cy="223373"/>
              </a:xfrm>
              <a:prstGeom prst="arc">
                <a:avLst>
                  <a:gd name="adj1" fmla="val 16200000"/>
                  <a:gd name="adj2" fmla="val 81654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7DB9707-F4F4-BE48-9241-29B64630ADFD}"/>
                </a:ext>
              </a:extLst>
            </p:cNvPr>
            <p:cNvCxnSpPr/>
            <p:nvPr/>
          </p:nvCxnSpPr>
          <p:spPr bwMode="auto">
            <a:xfrm flipH="1">
              <a:off x="6136675" y="3450454"/>
              <a:ext cx="25579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336166F-F536-D94A-A410-A7BA8D77DF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6" y="3279092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1D8086F-D76C-DC4D-ACED-0024A4FA68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64575" y="3520953"/>
              <a:ext cx="0" cy="1667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A8D0DC-47FA-D34D-89C3-B507C971DDE3}"/>
                </a:ext>
              </a:extLst>
            </p:cNvPr>
            <p:cNvSpPr txBox="1"/>
            <p:nvPr/>
          </p:nvSpPr>
          <p:spPr>
            <a:xfrm>
              <a:off x="6205689" y="3232725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72C7083-274C-0240-A2A5-7D2A60FBBE84}"/>
              </a:ext>
            </a:extLst>
          </p:cNvPr>
          <p:cNvSpPr txBox="1"/>
          <p:nvPr/>
        </p:nvSpPr>
        <p:spPr>
          <a:xfrm>
            <a:off x="5593322" y="1004889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CF6364-D103-604F-83D1-560DCBD81A40}"/>
              </a:ext>
            </a:extLst>
          </p:cNvPr>
          <p:cNvSpPr txBox="1"/>
          <p:nvPr/>
        </p:nvSpPr>
        <p:spPr>
          <a:xfrm>
            <a:off x="1793676" y="844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413E3F-8CF8-7D4F-87A8-3BFA46122FB3}"/>
              </a:ext>
            </a:extLst>
          </p:cNvPr>
          <p:cNvSpPr txBox="1"/>
          <p:nvPr/>
        </p:nvSpPr>
        <p:spPr>
          <a:xfrm>
            <a:off x="4125151" y="16233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116F9DD-D778-524C-94C9-7BAC9D4AC6F9}"/>
              </a:ext>
            </a:extLst>
          </p:cNvPr>
          <p:cNvSpPr/>
          <p:nvPr/>
        </p:nvSpPr>
        <p:spPr bwMode="auto">
          <a:xfrm>
            <a:off x="5186534" y="1446659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376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Straight Connector 84"/>
          <p:cNvCxnSpPr>
            <a:cxnSpLocks/>
          </p:cNvCxnSpPr>
          <p:nvPr/>
        </p:nvCxnSpPr>
        <p:spPr bwMode="auto">
          <a:xfrm flipH="1" flipV="1">
            <a:off x="2996470" y="1118852"/>
            <a:ext cx="1248" cy="33451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0EA0493-328D-084A-9DEB-C6C17BC8ABCB}"/>
              </a:ext>
            </a:extLst>
          </p:cNvPr>
          <p:cNvGrpSpPr/>
          <p:nvPr/>
        </p:nvGrpSpPr>
        <p:grpSpPr>
          <a:xfrm>
            <a:off x="9499312" y="2967351"/>
            <a:ext cx="1196741" cy="1700581"/>
            <a:chOff x="8507199" y="1800427"/>
            <a:chExt cx="1196741" cy="1700581"/>
          </a:xfrm>
        </p:grpSpPr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1D55EAC-8528-FE42-A022-D92CFECA73C1}"/>
                </a:ext>
              </a:extLst>
            </p:cNvPr>
            <p:cNvCxnSpPr/>
            <p:nvPr/>
          </p:nvCxnSpPr>
          <p:spPr bwMode="auto">
            <a:xfrm flipH="1">
              <a:off x="8507199" y="2348880"/>
              <a:ext cx="4374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902DD014-D6A8-A040-AF01-2C65A8A27878}"/>
                </a:ext>
              </a:extLst>
            </p:cNvPr>
            <p:cNvSpPr/>
            <p:nvPr/>
          </p:nvSpPr>
          <p:spPr bwMode="auto">
            <a:xfrm>
              <a:off x="8944618" y="2276872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7C9A2F48-CD16-2742-BAEE-6CDC312E608E}"/>
                </a:ext>
              </a:extLst>
            </p:cNvPr>
            <p:cNvGrpSpPr/>
            <p:nvPr/>
          </p:nvGrpSpPr>
          <p:grpSpPr>
            <a:xfrm>
              <a:off x="8610290" y="1988840"/>
              <a:ext cx="589594" cy="576064"/>
              <a:chOff x="8610290" y="1988840"/>
              <a:chExt cx="589594" cy="576064"/>
            </a:xfrm>
          </p:grpSpPr>
          <p:pic>
            <p:nvPicPr>
              <p:cNvPr id="262" name="Picture 261">
                <a:extLst>
                  <a:ext uri="{FF2B5EF4-FFF2-40B4-BE49-F238E27FC236}">
                    <a16:creationId xmlns:a16="http://schemas.microsoft.com/office/drawing/2014/main" id="{0B0F7548-3B0F-404D-9083-276B2CF79B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67836" y="2132856"/>
                <a:ext cx="432048" cy="432048"/>
              </a:xfrm>
              <a:prstGeom prst="rect">
                <a:avLst/>
              </a:prstGeom>
            </p:spPr>
          </p:pic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8B817A66-D244-D14E-9962-3CFFF5C9506A}"/>
                  </a:ext>
                </a:extLst>
              </p:cNvPr>
              <p:cNvSpPr txBox="1"/>
              <p:nvPr/>
            </p:nvSpPr>
            <p:spPr>
              <a:xfrm>
                <a:off x="8610290" y="1988840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</p:grp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4D0DC04-1915-0642-A3A3-B81F7F00C2F4}"/>
                </a:ext>
              </a:extLst>
            </p:cNvPr>
            <p:cNvCxnSpPr/>
            <p:nvPr/>
          </p:nvCxnSpPr>
          <p:spPr bwMode="auto">
            <a:xfrm flipV="1">
              <a:off x="9199884" y="2348880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F1C69B76-253C-314A-B5DF-0EA433EA8ABB}"/>
                </a:ext>
              </a:extLst>
            </p:cNvPr>
            <p:cNvCxnSpPr/>
            <p:nvPr/>
          </p:nvCxnSpPr>
          <p:spPr bwMode="auto">
            <a:xfrm flipH="1">
              <a:off x="9199884" y="2780928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73E69ECC-4AEC-DE43-917D-131532F5A61A}"/>
                </a:ext>
              </a:extLst>
            </p:cNvPr>
            <p:cNvGrpSpPr/>
            <p:nvPr/>
          </p:nvGrpSpPr>
          <p:grpSpPr>
            <a:xfrm>
              <a:off x="9343900" y="2708920"/>
              <a:ext cx="360040" cy="360040"/>
              <a:chOff x="8767836" y="3212976"/>
              <a:chExt cx="360040" cy="360040"/>
            </a:xfrm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6CB3D25-8D1D-D943-8D9F-E5E0B1C522E2}"/>
                  </a:ext>
                </a:extLst>
              </p:cNvPr>
              <p:cNvSpPr/>
              <p:nvPr/>
            </p:nvSpPr>
            <p:spPr bwMode="auto">
              <a:xfrm>
                <a:off x="8767836" y="3212976"/>
                <a:ext cx="144016" cy="360040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40A2E009-CD38-B047-BF5B-93AB027330C3}"/>
                  </a:ext>
                </a:extLst>
              </p:cNvPr>
              <p:cNvCxnSpPr/>
              <p:nvPr/>
            </p:nvCxnSpPr>
            <p:spPr bwMode="auto">
              <a:xfrm flipV="1">
                <a:off x="8911852" y="3212976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9388144A-A35E-3243-9144-71552853C6C5}"/>
                  </a:ext>
                </a:extLst>
              </p:cNvPr>
              <p:cNvCxnSpPr/>
              <p:nvPr/>
            </p:nvCxnSpPr>
            <p:spPr bwMode="auto">
              <a:xfrm>
                <a:off x="8911852" y="3501008"/>
                <a:ext cx="216024" cy="7200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6B784FFF-2B0D-A44D-8F01-6EA18385322A}"/>
                  </a:ext>
                </a:extLst>
              </p:cNvPr>
              <p:cNvCxnSpPr/>
              <p:nvPr/>
            </p:nvCxnSpPr>
            <p:spPr bwMode="auto">
              <a:xfrm>
                <a:off x="9127876" y="3212976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4257AD3-A7F1-FD49-9B69-554F55F9FB61}"/>
                </a:ext>
              </a:extLst>
            </p:cNvPr>
            <p:cNvCxnSpPr/>
            <p:nvPr/>
          </p:nvCxnSpPr>
          <p:spPr bwMode="auto">
            <a:xfrm flipH="1">
              <a:off x="9199884" y="2996952"/>
              <a:ext cx="14401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DDCBFB8-B49E-9048-BE48-09B92F44D676}"/>
                </a:ext>
              </a:extLst>
            </p:cNvPr>
            <p:cNvCxnSpPr/>
            <p:nvPr/>
          </p:nvCxnSpPr>
          <p:spPr bwMode="auto">
            <a:xfrm flipV="1">
              <a:off x="9199884" y="2996952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F7F0A200-B396-1D4C-972D-525522AC5AAF}"/>
                </a:ext>
              </a:extLst>
            </p:cNvPr>
            <p:cNvGrpSpPr/>
            <p:nvPr/>
          </p:nvGrpSpPr>
          <p:grpSpPr>
            <a:xfrm>
              <a:off x="9127876" y="3429000"/>
              <a:ext cx="216024" cy="72008"/>
              <a:chOff x="3447628" y="4437112"/>
              <a:chExt cx="351656" cy="144016"/>
            </a:xfrm>
          </p:grpSpPr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72C70DB0-3622-E04D-9D6B-309674A17A93}"/>
                  </a:ext>
                </a:extLst>
              </p:cNvPr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B77C263F-11DB-BF43-8EAE-B0A13B3CB8F2}"/>
                  </a:ext>
                </a:extLst>
              </p:cNvPr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FA439F50-9681-8148-914A-9D8D4B37D8AD}"/>
                  </a:ext>
                </a:extLst>
              </p:cNvPr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AE132E62-E498-0E44-B55E-CCBC1B83C844}"/>
                </a:ext>
              </a:extLst>
            </p:cNvPr>
            <p:cNvSpPr txBox="1"/>
            <p:nvPr/>
          </p:nvSpPr>
          <p:spPr>
            <a:xfrm>
              <a:off x="9280529" y="2361567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F0508352-BC1F-8349-BA96-960C40DB64D7}"/>
                </a:ext>
              </a:extLst>
            </p:cNvPr>
            <p:cNvSpPr txBox="1"/>
            <p:nvPr/>
          </p:nvSpPr>
          <p:spPr>
            <a:xfrm>
              <a:off x="8566770" y="1800427"/>
              <a:ext cx="10081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470</a:t>
              </a:r>
              <a:r>
                <a:rPr lang="en-US" sz="1400" dirty="0">
                  <a:latin typeface="Symbol" pitchFamily="2" charset="2"/>
                  <a:cs typeface="Arial" panose="020B0604020202020204" pitchFamily="34" charset="0"/>
                </a:rPr>
                <a:t>m</a:t>
              </a: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0F33879E-CFB3-7249-B895-7F424214D44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178768" y="3506926"/>
            <a:ext cx="583294" cy="92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D059F316-014F-FC4A-9844-EB6ED0FCBCE5}"/>
              </a:ext>
            </a:extLst>
          </p:cNvPr>
          <p:cNvCxnSpPr>
            <a:cxnSpLocks/>
          </p:cNvCxnSpPr>
          <p:nvPr/>
        </p:nvCxnSpPr>
        <p:spPr>
          <a:xfrm>
            <a:off x="5476494" y="4840940"/>
            <a:ext cx="1867227" cy="137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7396694" y="4454821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1N914</a:t>
            </a:r>
            <a:endParaRPr lang="en-US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7175495" y="4847964"/>
            <a:ext cx="1867227" cy="137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riangle 133"/>
          <p:cNvSpPr/>
          <p:nvPr/>
        </p:nvSpPr>
        <p:spPr>
          <a:xfrm rot="5400000">
            <a:off x="7610623" y="4749814"/>
            <a:ext cx="227024" cy="20179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5" name="Straight Connector 134"/>
          <p:cNvCxnSpPr/>
          <p:nvPr/>
        </p:nvCxnSpPr>
        <p:spPr>
          <a:xfrm>
            <a:off x="7818727" y="4718283"/>
            <a:ext cx="6307" cy="271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8198233" y="4847965"/>
            <a:ext cx="21022" cy="13673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 bwMode="auto">
          <a:xfrm rot="5400000">
            <a:off x="7967227" y="537628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R8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8219252" y="4847964"/>
            <a:ext cx="683291" cy="1224457"/>
            <a:chOff x="3392066" y="2064341"/>
            <a:chExt cx="624333" cy="592947"/>
          </a:xfrm>
        </p:grpSpPr>
        <p:cxnSp>
          <p:nvCxnSpPr>
            <p:cNvPr id="148" name="Straight Connector 147"/>
            <p:cNvCxnSpPr/>
            <p:nvPr/>
          </p:nvCxnSpPr>
          <p:spPr bwMode="auto">
            <a:xfrm>
              <a:off x="3870747" y="2064341"/>
              <a:ext cx="545" cy="2845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9" name="Straight Connector 148"/>
            <p:cNvCxnSpPr/>
            <p:nvPr/>
          </p:nvCxnSpPr>
          <p:spPr bwMode="auto">
            <a:xfrm flipH="1">
              <a:off x="3726185" y="2348880"/>
              <a:ext cx="28912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0" name="Straight Connector 149"/>
            <p:cNvCxnSpPr/>
            <p:nvPr/>
          </p:nvCxnSpPr>
          <p:spPr bwMode="auto">
            <a:xfrm flipH="1">
              <a:off x="3727276" y="2420888"/>
              <a:ext cx="28912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1" name="Straight Connector 150"/>
            <p:cNvCxnSpPr/>
            <p:nvPr/>
          </p:nvCxnSpPr>
          <p:spPr bwMode="auto">
            <a:xfrm flipH="1">
              <a:off x="3870747" y="2420888"/>
              <a:ext cx="545" cy="2280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3" name="Straight Connector 152"/>
            <p:cNvCxnSpPr/>
            <p:nvPr/>
          </p:nvCxnSpPr>
          <p:spPr bwMode="auto">
            <a:xfrm flipH="1">
              <a:off x="3392066" y="2648948"/>
              <a:ext cx="478681" cy="83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40" name="TextBox 139"/>
          <p:cNvSpPr txBox="1"/>
          <p:nvPr/>
        </p:nvSpPr>
        <p:spPr>
          <a:xfrm>
            <a:off x="8743141" y="5130832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C7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8053401" y="6055198"/>
            <a:ext cx="331710" cy="693929"/>
            <a:chOff x="9523928" y="4006703"/>
            <a:chExt cx="331710" cy="693929"/>
          </a:xfrm>
        </p:grpSpPr>
        <p:cxnSp>
          <p:nvCxnSpPr>
            <p:cNvPr id="143" name="Straight Connector 142"/>
            <p:cNvCxnSpPr/>
            <p:nvPr/>
          </p:nvCxnSpPr>
          <p:spPr bwMode="auto">
            <a:xfrm>
              <a:off x="9694755" y="4006703"/>
              <a:ext cx="0" cy="52044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44" name="Group 143"/>
            <p:cNvGrpSpPr/>
            <p:nvPr/>
          </p:nvGrpSpPr>
          <p:grpSpPr>
            <a:xfrm>
              <a:off x="9523928" y="4527150"/>
              <a:ext cx="331710" cy="173482"/>
              <a:chOff x="3447628" y="4437112"/>
              <a:chExt cx="351656" cy="144016"/>
            </a:xfrm>
          </p:grpSpPr>
          <p:cxnSp>
            <p:nvCxnSpPr>
              <p:cNvPr id="145" name="Straight Connector 144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6" name="Straight Connector 14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142" name="TextBox 141"/>
          <p:cNvSpPr txBox="1"/>
          <p:nvPr/>
        </p:nvSpPr>
        <p:spPr>
          <a:xfrm>
            <a:off x="7279601" y="4154460"/>
            <a:ext cx="1132041" cy="27699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detector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178768" y="4391129"/>
            <a:ext cx="53255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55" name="Oval 154"/>
          <p:cNvSpPr/>
          <p:nvPr/>
        </p:nvSpPr>
        <p:spPr bwMode="auto">
          <a:xfrm>
            <a:off x="9025923" y="4790039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12D5E5B3-D1C6-9848-86F1-9ADC683E93E9}"/>
              </a:ext>
            </a:extLst>
          </p:cNvPr>
          <p:cNvSpPr/>
          <p:nvPr/>
        </p:nvSpPr>
        <p:spPr bwMode="auto">
          <a:xfrm>
            <a:off x="8166619" y="482604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D78C0367-C939-5E4A-B2C2-E0395D607B81}"/>
              </a:ext>
            </a:extLst>
          </p:cNvPr>
          <p:cNvSpPr/>
          <p:nvPr/>
        </p:nvSpPr>
        <p:spPr bwMode="auto">
          <a:xfrm>
            <a:off x="8707306" y="482624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83737D90-8530-924E-BE14-C6885533A102}"/>
              </a:ext>
            </a:extLst>
          </p:cNvPr>
          <p:cNvSpPr/>
          <p:nvPr/>
        </p:nvSpPr>
        <p:spPr bwMode="auto">
          <a:xfrm>
            <a:off x="8190155" y="6041082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97D8CC0-9206-FB44-95C5-4D7FD0B9689D}"/>
              </a:ext>
            </a:extLst>
          </p:cNvPr>
          <p:cNvGrpSpPr/>
          <p:nvPr/>
        </p:nvGrpSpPr>
        <p:grpSpPr>
          <a:xfrm>
            <a:off x="2989422" y="3529718"/>
            <a:ext cx="6313738" cy="3054270"/>
            <a:chOff x="2989422" y="3529718"/>
            <a:chExt cx="6313738" cy="3054270"/>
          </a:xfrm>
        </p:grpSpPr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F449DFF8-622D-D04F-BBFB-12759C0C912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712299" y="4441900"/>
              <a:ext cx="0" cy="119112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0" name="Straight Connector 319"/>
            <p:cNvCxnSpPr>
              <a:cxnSpLocks/>
            </p:cNvCxnSpPr>
            <p:nvPr/>
          </p:nvCxnSpPr>
          <p:spPr bwMode="auto">
            <a:xfrm flipH="1">
              <a:off x="2989422" y="4444896"/>
              <a:ext cx="277160" cy="5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4" name="TextBox 93"/>
            <p:cNvSpPr txBox="1"/>
            <p:nvPr/>
          </p:nvSpPr>
          <p:spPr>
            <a:xfrm>
              <a:off x="3077820" y="3978348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C4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56B77A6-0748-B940-A0A4-158BE8533B89}"/>
                </a:ext>
              </a:extLst>
            </p:cNvPr>
            <p:cNvSpPr txBox="1"/>
            <p:nvPr/>
          </p:nvSpPr>
          <p:spPr>
            <a:xfrm>
              <a:off x="4038766" y="419286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7E1E77D-520B-3245-B83E-B10693A06783}"/>
                </a:ext>
              </a:extLst>
            </p:cNvPr>
            <p:cNvGrpSpPr/>
            <p:nvPr/>
          </p:nvGrpSpPr>
          <p:grpSpPr>
            <a:xfrm>
              <a:off x="4326798" y="4120860"/>
              <a:ext cx="1152128" cy="1368152"/>
              <a:chOff x="2503140" y="2852936"/>
              <a:chExt cx="1440160" cy="1368152"/>
            </a:xfrm>
          </p:grpSpPr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CCFE4257-5E11-0341-BA3B-4729624D1D7F}"/>
                  </a:ext>
                </a:extLst>
              </p:cNvPr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27AA1591-44BA-084D-8183-198CC3AC7D2E}"/>
                  </a:ext>
                </a:extLst>
              </p:cNvPr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F3CD81A3-CDB2-9F43-97E1-345282915404}"/>
                  </a:ext>
                </a:extLst>
              </p:cNvPr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06128CB-7740-0741-A38F-E7A2C655DFC1}"/>
                </a:ext>
              </a:extLst>
            </p:cNvPr>
            <p:cNvSpPr txBox="1"/>
            <p:nvPr/>
          </p:nvSpPr>
          <p:spPr>
            <a:xfrm>
              <a:off x="4566145" y="3529718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125FDE6A-8BDB-A748-8750-6A768C8E7BFC}"/>
                </a:ext>
              </a:extLst>
            </p:cNvPr>
            <p:cNvCxnSpPr/>
            <p:nvPr/>
          </p:nvCxnSpPr>
          <p:spPr bwMode="auto">
            <a:xfrm>
              <a:off x="4902862" y="3760820"/>
              <a:ext cx="2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6E49951F-B9C6-6347-A122-0F53EC2294BA}"/>
                </a:ext>
              </a:extLst>
            </p:cNvPr>
            <p:cNvGrpSpPr/>
            <p:nvPr/>
          </p:nvGrpSpPr>
          <p:grpSpPr>
            <a:xfrm>
              <a:off x="4974870" y="5056964"/>
              <a:ext cx="279648" cy="288032"/>
              <a:chOff x="3079204" y="2996952"/>
              <a:chExt cx="279648" cy="288032"/>
            </a:xfrm>
          </p:grpSpPr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3BDD14A7-CA27-C244-9B57-ADEB85072FBA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A57BC5A8-8D85-454D-B198-B94903AB368F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62EFFBEB-8FAD-BF48-B034-8E6C44F4159E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B4CA407C-CE83-A243-B41A-017603320F33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A831B14A-B876-4442-8DD6-87EBEB0E462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A3A093D-933C-2346-BBB6-436263A6EDC4}"/>
                </a:ext>
              </a:extLst>
            </p:cNvPr>
            <p:cNvSpPr txBox="1"/>
            <p:nvPr/>
          </p:nvSpPr>
          <p:spPr>
            <a:xfrm>
              <a:off x="4313268" y="4264876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02350E9-576B-F845-B739-9A1031C93902}"/>
                </a:ext>
              </a:extLst>
            </p:cNvPr>
            <p:cNvCxnSpPr/>
            <p:nvPr/>
          </p:nvCxnSpPr>
          <p:spPr bwMode="auto">
            <a:xfrm flipH="1">
              <a:off x="4398806" y="5128972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EE5ED04B-3797-2B47-BCA7-6AE6270A0E71}"/>
                </a:ext>
              </a:extLst>
            </p:cNvPr>
            <p:cNvCxnSpPr>
              <a:stCxn id="183" idx="1"/>
              <a:endCxn id="198" idx="0"/>
            </p:cNvCxnSpPr>
            <p:nvPr/>
          </p:nvCxnSpPr>
          <p:spPr bwMode="auto">
            <a:xfrm flipH="1">
              <a:off x="3235052" y="4449542"/>
              <a:ext cx="1078216" cy="58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8F44DBA5-A1FB-2E4A-B6A6-97578EAEB29A}"/>
                </a:ext>
              </a:extLst>
            </p:cNvPr>
            <p:cNvCxnSpPr/>
            <p:nvPr/>
          </p:nvCxnSpPr>
          <p:spPr bwMode="auto">
            <a:xfrm flipH="1">
              <a:off x="3966758" y="5128972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30166BF2-CFFD-8F4F-89F5-E370942CACD1}"/>
                </a:ext>
              </a:extLst>
            </p:cNvPr>
            <p:cNvSpPr txBox="1"/>
            <p:nvPr/>
          </p:nvSpPr>
          <p:spPr>
            <a:xfrm>
              <a:off x="6136675" y="4440250"/>
              <a:ext cx="43473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V2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AA9E502-40F3-C749-BE19-5203AEFB4E42}"/>
                </a:ext>
              </a:extLst>
            </p:cNvPr>
            <p:cNvSpPr/>
            <p:nvPr/>
          </p:nvSpPr>
          <p:spPr bwMode="auto">
            <a:xfrm rot="5400000">
              <a:off x="5393170" y="590139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R6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7771846-3DFE-BA4D-92F4-A765A376EF6E}"/>
                </a:ext>
              </a:extLst>
            </p:cNvPr>
            <p:cNvGrpSpPr/>
            <p:nvPr/>
          </p:nvGrpSpPr>
          <p:grpSpPr>
            <a:xfrm>
              <a:off x="4902862" y="3904836"/>
              <a:ext cx="743996" cy="648071"/>
              <a:chOff x="2575148" y="1844825"/>
              <a:chExt cx="743996" cy="648071"/>
            </a:xfrm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A6CC535B-8FF8-DA4E-B67A-63864438B347}"/>
                  </a:ext>
                </a:extLst>
              </p:cNvPr>
              <p:cNvGrpSpPr/>
              <p:nvPr/>
            </p:nvGrpSpPr>
            <p:grpSpPr>
              <a:xfrm>
                <a:off x="2575148" y="1844825"/>
                <a:ext cx="743996" cy="504056"/>
                <a:chOff x="3511253" y="2048847"/>
                <a:chExt cx="743996" cy="588065"/>
              </a:xfrm>
            </p:grpSpPr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572433CE-3F42-D942-B5C0-F054A3F084D4}"/>
                    </a:ext>
                  </a:extLst>
                </p:cNvPr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F28CCD54-E6A9-6348-8C84-11DDD5EBC18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D9B1C05A-2D02-C642-A827-36F39910B0A7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F6D2F2AF-FC31-AE49-A2EC-815207886B8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4" name="Straight Connector 233">
                    <a:extLst>
                      <a:ext uri="{FF2B5EF4-FFF2-40B4-BE49-F238E27FC236}">
                        <a16:creationId xmlns:a16="http://schemas.microsoft.com/office/drawing/2014/main" id="{4A0A3E37-FF56-8E4D-A377-B0C989A5F36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A14C2157-73F1-6941-895B-327710117256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F1C40675-B9F3-CD48-AFDE-F31AADDFCF8E}"/>
                    </a:ext>
                  </a:extLst>
                </p:cNvPr>
                <p:cNvSpPr txBox="1"/>
                <p:nvPr/>
              </p:nvSpPr>
              <p:spPr>
                <a:xfrm>
                  <a:off x="3772425" y="2048847"/>
                  <a:ext cx="482824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0.1u</a:t>
                  </a: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89F73E69-0B46-CE4F-B9C1-76B3449A4914}"/>
                  </a:ext>
                </a:extLst>
              </p:cNvPr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4E45C62F-5514-A64F-A6C8-8E18CF8FF27D}"/>
                    </a:ext>
                  </a:extLst>
                </p:cNvPr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C2124A5E-632F-6645-945D-65DE11FC31E6}"/>
                    </a:ext>
                  </a:extLst>
                </p:cNvPr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EAA447C1-6802-7649-8095-152ABF4A13EA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F5B095B9-DBC1-4F45-841A-A2AB0A77B880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5E9F27F3-C61A-D34F-A9E0-03A9B901B875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5274CA6-E587-F344-9962-9557B75D1890}"/>
                </a:ext>
              </a:extLst>
            </p:cNvPr>
            <p:cNvSpPr txBox="1"/>
            <p:nvPr/>
          </p:nvSpPr>
          <p:spPr>
            <a:xfrm>
              <a:off x="4421062" y="4624916"/>
              <a:ext cx="463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IC2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4BF7CF2C-50B6-054D-BF69-6AB02C58647E}"/>
                </a:ext>
              </a:extLst>
            </p:cNvPr>
            <p:cNvSpPr txBox="1"/>
            <p:nvPr/>
          </p:nvSpPr>
          <p:spPr>
            <a:xfrm>
              <a:off x="4614830" y="412086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A51C963-7A47-C54F-8B94-2110177E4706}"/>
                </a:ext>
              </a:extLst>
            </p:cNvPr>
            <p:cNvSpPr txBox="1"/>
            <p:nvPr/>
          </p:nvSpPr>
          <p:spPr>
            <a:xfrm>
              <a:off x="5046878" y="4984956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07B87A9-097A-2A43-82A3-75464EF138DE}"/>
                </a:ext>
              </a:extLst>
            </p:cNvPr>
            <p:cNvSpPr txBox="1"/>
            <p:nvPr/>
          </p:nvSpPr>
          <p:spPr>
            <a:xfrm>
              <a:off x="5406918" y="45529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0DB7679-5F23-6E45-AECA-95EF39F15ECD}"/>
                </a:ext>
              </a:extLst>
            </p:cNvPr>
            <p:cNvSpPr txBox="1"/>
            <p:nvPr/>
          </p:nvSpPr>
          <p:spPr>
            <a:xfrm>
              <a:off x="4038766" y="484094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60509930-A888-6547-AD4A-F2298CBE549D}"/>
                </a:ext>
              </a:extLst>
            </p:cNvPr>
            <p:cNvGrpSpPr/>
            <p:nvPr/>
          </p:nvGrpSpPr>
          <p:grpSpPr>
            <a:xfrm>
              <a:off x="3772990" y="5561020"/>
              <a:ext cx="432048" cy="360040"/>
              <a:chOff x="3079204" y="2996952"/>
              <a:chExt cx="279648" cy="288032"/>
            </a:xfrm>
          </p:grpSpPr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37C37CB0-A444-794B-B223-60EFCF1CBDA2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81D5545E-6619-F84C-BB8E-EBFE14BD9295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4959BF27-0291-9B49-B7BF-4064C6A1067F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66DFF516-37AF-B345-8DC0-8689777FD9AB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9F71964B-F5C5-7D4B-985C-EAC6A3AE5FAA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F9286F74-14EB-DF4F-BDAC-26F95330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 flipH="1">
              <a:off x="3270449" y="4239989"/>
              <a:ext cx="360040" cy="430834"/>
            </a:xfrm>
            <a:prstGeom prst="rect">
              <a:avLst/>
            </a:prstGeom>
          </p:spPr>
        </p:pic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D0AA392-8CE8-BD4D-BAA4-88E724A8DD99}"/>
                </a:ext>
              </a:extLst>
            </p:cNvPr>
            <p:cNvCxnSpPr/>
            <p:nvPr/>
          </p:nvCxnSpPr>
          <p:spPr bwMode="auto">
            <a:xfrm flipV="1">
              <a:off x="3989014" y="5128972"/>
              <a:ext cx="0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5F6F6DB-C819-BD4A-B125-10A24232F388}"/>
                </a:ext>
              </a:extLst>
            </p:cNvPr>
            <p:cNvSpPr txBox="1"/>
            <p:nvPr/>
          </p:nvSpPr>
          <p:spPr>
            <a:xfrm>
              <a:off x="3405082" y="3988244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1u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CBB9CC2-45E9-5C42-A7C5-65CDFF37E2E4}"/>
                </a:ext>
              </a:extLst>
            </p:cNvPr>
            <p:cNvSpPr txBox="1"/>
            <p:nvPr/>
          </p:nvSpPr>
          <p:spPr>
            <a:xfrm>
              <a:off x="5302144" y="4120860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C5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5C438700-6E2B-8C43-AA7E-B1927F4B76FC}"/>
                </a:ext>
              </a:extLst>
            </p:cNvPr>
            <p:cNvGrpSpPr/>
            <p:nvPr/>
          </p:nvGrpSpPr>
          <p:grpSpPr>
            <a:xfrm>
              <a:off x="5501187" y="4840939"/>
              <a:ext cx="588500" cy="936104"/>
              <a:chOff x="3664445" y="1544791"/>
              <a:chExt cx="426610" cy="1092121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BF7585A4-E4D8-4948-825A-19F0A757F4C4}"/>
                  </a:ext>
                </a:extLst>
              </p:cNvPr>
              <p:cNvGrpSpPr/>
              <p:nvPr/>
            </p:nvGrpSpPr>
            <p:grpSpPr>
              <a:xfrm>
                <a:off x="3664445" y="1544791"/>
                <a:ext cx="206848" cy="1092121"/>
                <a:chOff x="3726185" y="1544791"/>
                <a:chExt cx="290214" cy="1092121"/>
              </a:xfrm>
            </p:grpSpPr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277E00D6-569D-8E47-A124-C881E8F0C6E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871292" y="1544791"/>
                  <a:ext cx="1368" cy="804089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108D6B8E-F53F-6448-8858-1AB12F83381A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C9E310B1-31F1-2540-8055-44E9678BE8A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17A26CD1-C64E-2E4F-A23D-AADCD7B4A405}"/>
                    </a:ext>
                  </a:extLst>
                </p:cNvPr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D432E663-6472-5946-946D-BBEC7AB5E6CC}"/>
                  </a:ext>
                </a:extLst>
              </p:cNvPr>
              <p:cNvSpPr txBox="1"/>
              <p:nvPr/>
            </p:nvSpPr>
            <p:spPr>
              <a:xfrm>
                <a:off x="3772425" y="2048847"/>
                <a:ext cx="31863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47n</a:t>
                </a:r>
              </a:p>
            </p:txBody>
          </p:sp>
        </p:grp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9D8E08F2-37B8-CE44-9E36-9D3431CB0DB6}"/>
                </a:ext>
              </a:extLst>
            </p:cNvPr>
            <p:cNvSpPr txBox="1"/>
            <p:nvPr/>
          </p:nvSpPr>
          <p:spPr>
            <a:xfrm>
              <a:off x="5789214" y="5891517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B7B3D006-A424-9E46-AADE-CB114335DF3F}"/>
                </a:ext>
              </a:extLst>
            </p:cNvPr>
            <p:cNvGrpSpPr/>
            <p:nvPr/>
          </p:nvGrpSpPr>
          <p:grpSpPr>
            <a:xfrm>
              <a:off x="5501182" y="6295956"/>
              <a:ext cx="279648" cy="288032"/>
              <a:chOff x="3079204" y="2795784"/>
              <a:chExt cx="279648" cy="288032"/>
            </a:xfrm>
          </p:grpSpPr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5A2F7D35-A466-5C43-8009-91EB3408FF3A}"/>
                  </a:ext>
                </a:extLst>
              </p:cNvPr>
              <p:cNvCxnSpPr/>
              <p:nvPr/>
            </p:nvCxnSpPr>
            <p:spPr bwMode="auto">
              <a:xfrm>
                <a:off x="3223220" y="2795784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A75CDDE4-390E-7C4B-85F9-769055FD9A30}"/>
                  </a:ext>
                </a:extLst>
              </p:cNvPr>
              <p:cNvGrpSpPr/>
              <p:nvPr/>
            </p:nvGrpSpPr>
            <p:grpSpPr>
              <a:xfrm>
                <a:off x="3079204" y="3011808"/>
                <a:ext cx="279648" cy="72008"/>
                <a:chOff x="3447628" y="4034776"/>
                <a:chExt cx="351656" cy="144016"/>
              </a:xfrm>
            </p:grpSpPr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78CADECE-67EF-F440-9DEB-DC227720093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034776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D7D1DE02-D5B8-564C-B74F-EA9CD3C53E54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106784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41B0C1CE-706D-5440-B543-259DCFD0BC71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178792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14B8756-4F4C-3E44-AB60-F9F7D48A8A5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12299" y="5633028"/>
              <a:ext cx="29831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9CB0818-2B6A-294D-8EA0-118841B93799}"/>
                </a:ext>
              </a:extLst>
            </p:cNvPr>
            <p:cNvSpPr/>
            <p:nvPr/>
          </p:nvSpPr>
          <p:spPr bwMode="auto">
            <a:xfrm rot="5400000">
              <a:off x="3469366" y="4973923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R5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604EC7DB-2C04-314D-A51D-AF026AA8B20E}"/>
                </a:ext>
              </a:extLst>
            </p:cNvPr>
            <p:cNvSpPr/>
            <p:nvPr/>
          </p:nvSpPr>
          <p:spPr bwMode="auto">
            <a:xfrm>
              <a:off x="3683877" y="4413870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4D2F5A11-23D8-424A-B1FB-97EDF32929EE}"/>
                </a:ext>
              </a:extLst>
            </p:cNvPr>
            <p:cNvSpPr/>
            <p:nvPr/>
          </p:nvSpPr>
          <p:spPr bwMode="auto">
            <a:xfrm>
              <a:off x="3961929" y="5597024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145B07BD-0FCD-7742-88F3-7803ED35AC3B}"/>
                </a:ext>
              </a:extLst>
            </p:cNvPr>
            <p:cNvSpPr/>
            <p:nvPr/>
          </p:nvSpPr>
          <p:spPr bwMode="auto">
            <a:xfrm>
              <a:off x="5608501" y="4805640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A989DF1E-8CB7-5D4F-A452-B38FF7CC1E0D}"/>
                </a:ext>
              </a:extLst>
            </p:cNvPr>
            <p:cNvSpPr txBox="1"/>
            <p:nvPr/>
          </p:nvSpPr>
          <p:spPr>
            <a:xfrm>
              <a:off x="5732789" y="5027736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C6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0928350B-8B78-CD4E-BFFA-BA809BDFF6A1}"/>
                </a:ext>
              </a:extLst>
            </p:cNvPr>
            <p:cNvSpPr txBox="1"/>
            <p:nvPr/>
          </p:nvSpPr>
          <p:spPr>
            <a:xfrm>
              <a:off x="3100435" y="4952081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4D3C2798-268E-F14E-8931-D4FA279F7B56}"/>
                </a:ext>
              </a:extLst>
            </p:cNvPr>
            <p:cNvSpPr txBox="1"/>
            <p:nvPr/>
          </p:nvSpPr>
          <p:spPr>
            <a:xfrm>
              <a:off x="7586576" y="5353433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94D6012C-2BA9-5D4D-90A6-86CC5CD8CCD7}"/>
                </a:ext>
              </a:extLst>
            </p:cNvPr>
            <p:cNvSpPr txBox="1"/>
            <p:nvPr/>
          </p:nvSpPr>
          <p:spPr>
            <a:xfrm>
              <a:off x="8919722" y="542891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1u</a:t>
              </a:r>
            </a:p>
          </p:txBody>
        </p: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C3206AFC-047D-7147-B337-24D5D1E52A9F}"/>
              </a:ext>
            </a:extLst>
          </p:cNvPr>
          <p:cNvGrpSpPr/>
          <p:nvPr/>
        </p:nvGrpSpPr>
        <p:grpSpPr>
          <a:xfrm>
            <a:off x="928181" y="8446"/>
            <a:ext cx="5099875" cy="3780600"/>
            <a:chOff x="928181" y="8446"/>
            <a:chExt cx="5099875" cy="3780600"/>
          </a:xfrm>
        </p:grpSpPr>
        <p:sp>
          <p:nvSpPr>
            <p:cNvPr id="139" name="TextBox 138"/>
            <p:cNvSpPr txBox="1"/>
            <p:nvPr/>
          </p:nvSpPr>
          <p:spPr>
            <a:xfrm>
              <a:off x="4092181" y="1274773"/>
              <a:ext cx="662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½ IC1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DE7112F-F778-E749-BA05-6C3DDB1FC605}"/>
                </a:ext>
              </a:extLst>
            </p:cNvPr>
            <p:cNvSpPr txBox="1"/>
            <p:nvPr/>
          </p:nvSpPr>
          <p:spPr>
            <a:xfrm>
              <a:off x="1234511" y="2336878"/>
              <a:ext cx="5004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2.5V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Vref</a:t>
              </a:r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DA69AB4D-FB23-B641-9676-BC968E2AD66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34904" y="2502660"/>
              <a:ext cx="1262814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1573538" y="1342505"/>
              <a:ext cx="556689" cy="737336"/>
            </a:xfrm>
            <a:prstGeom prst="rect">
              <a:avLst/>
            </a:prstGeom>
          </p:spPr>
        </p:pic>
        <p:sp>
          <p:nvSpPr>
            <p:cNvPr id="325" name="TextBox 324"/>
            <p:cNvSpPr txBox="1"/>
            <p:nvPr/>
          </p:nvSpPr>
          <p:spPr>
            <a:xfrm>
              <a:off x="928181" y="1105646"/>
              <a:ext cx="857927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Audio Mic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640291" y="83082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3928322" y="758811"/>
              <a:ext cx="1152128" cy="1368152"/>
              <a:chOff x="2503140" y="2852936"/>
              <a:chExt cx="1440160" cy="1368152"/>
            </a:xfrm>
          </p:grpSpPr>
          <p:cxnSp>
            <p:nvCxnSpPr>
              <p:cNvPr id="128" name="Straight Connector 127"/>
              <p:cNvCxnSpPr/>
              <p:nvPr/>
            </p:nvCxnSpPr>
            <p:spPr bwMode="auto">
              <a:xfrm>
                <a:off x="2503140" y="2852936"/>
                <a:ext cx="0" cy="136815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9" name="Straight Connector 128"/>
              <p:cNvCxnSpPr/>
              <p:nvPr/>
            </p:nvCxnSpPr>
            <p:spPr bwMode="auto">
              <a:xfrm>
                <a:off x="2503140" y="2852936"/>
                <a:ext cx="1440160" cy="7200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0" name="Straight Connector 129"/>
              <p:cNvCxnSpPr/>
              <p:nvPr/>
            </p:nvCxnSpPr>
            <p:spPr bwMode="auto">
              <a:xfrm flipV="1">
                <a:off x="2503140" y="3573016"/>
                <a:ext cx="1440160" cy="648072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40" name="Straight Connector 39"/>
            <p:cNvCxnSpPr/>
            <p:nvPr/>
          </p:nvCxnSpPr>
          <p:spPr bwMode="auto">
            <a:xfrm>
              <a:off x="4504386" y="398771"/>
              <a:ext cx="2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41" name="Group 40"/>
            <p:cNvGrpSpPr/>
            <p:nvPr/>
          </p:nvGrpSpPr>
          <p:grpSpPr>
            <a:xfrm>
              <a:off x="4576394" y="1694915"/>
              <a:ext cx="279648" cy="288032"/>
              <a:chOff x="3079204" y="2996952"/>
              <a:chExt cx="279648" cy="288032"/>
            </a:xfrm>
          </p:grpSpPr>
          <p:cxnSp>
            <p:nvCxnSpPr>
              <p:cNvPr id="123" name="Straight Connector 122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24" name="Group 123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25" name="Straight Connector 124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6" name="Straight Connector 125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7" name="Straight Connector 126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42" name="TextBox 41"/>
            <p:cNvSpPr txBox="1"/>
            <p:nvPr/>
          </p:nvSpPr>
          <p:spPr>
            <a:xfrm>
              <a:off x="3891350" y="9000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cxnSp>
          <p:nvCxnSpPr>
            <p:cNvPr id="43" name="Straight Connector 42"/>
            <p:cNvCxnSpPr/>
            <p:nvPr/>
          </p:nvCxnSpPr>
          <p:spPr bwMode="auto">
            <a:xfrm flipH="1">
              <a:off x="3973313" y="1796103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 flipH="1" flipV="1">
              <a:off x="2742214" y="1082847"/>
              <a:ext cx="1172578" cy="464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flipH="1" flipV="1">
              <a:off x="3568283" y="1766924"/>
              <a:ext cx="360041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6" name="Rectangle 45"/>
            <p:cNvSpPr/>
            <p:nvPr/>
          </p:nvSpPr>
          <p:spPr bwMode="auto">
            <a:xfrm>
              <a:off x="4360370" y="2270979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</a:p>
          </p:txBody>
        </p:sp>
        <p:cxnSp>
          <p:nvCxnSpPr>
            <p:cNvPr id="47" name="Straight Connector 46"/>
            <p:cNvCxnSpPr/>
            <p:nvPr/>
          </p:nvCxnSpPr>
          <p:spPr bwMode="auto">
            <a:xfrm flipH="1">
              <a:off x="4864426" y="2414995"/>
              <a:ext cx="3600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 flipH="1">
              <a:off x="5080450" y="1478891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 flipV="1">
              <a:off x="5224466" y="1478891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 flipV="1">
              <a:off x="3568282" y="1766923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 flipH="1">
              <a:off x="3568282" y="2414995"/>
              <a:ext cx="79208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5" name="Straight Connector 54"/>
            <p:cNvCxnSpPr/>
            <p:nvPr/>
          </p:nvCxnSpPr>
          <p:spPr bwMode="auto">
            <a:xfrm>
              <a:off x="2167364" y="1046843"/>
              <a:ext cx="0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56" name="Group 55"/>
            <p:cNvGrpSpPr/>
            <p:nvPr/>
          </p:nvGrpSpPr>
          <p:grpSpPr>
            <a:xfrm>
              <a:off x="2051994" y="1883413"/>
              <a:ext cx="279648" cy="288032"/>
              <a:chOff x="3079204" y="2996952"/>
              <a:chExt cx="279648" cy="288032"/>
            </a:xfrm>
          </p:grpSpPr>
          <p:cxnSp>
            <p:nvCxnSpPr>
              <p:cNvPr id="118" name="Straight Connector 117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19" name="Group 118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20" name="Straight Connector 119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1" name="Straight Connector 120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2" name="Straight Connector 121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57" name="Oval 56"/>
            <p:cNvSpPr/>
            <p:nvPr/>
          </p:nvSpPr>
          <p:spPr bwMode="auto">
            <a:xfrm>
              <a:off x="5872538" y="1406883"/>
              <a:ext cx="144016" cy="144016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 rot="5400000">
              <a:off x="3316254" y="2883047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360371" y="2559012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200k</a:t>
              </a:r>
            </a:p>
          </p:txBody>
        </p:sp>
        <p:grpSp>
          <p:nvGrpSpPr>
            <p:cNvPr id="62" name="Group 61"/>
            <p:cNvGrpSpPr/>
            <p:nvPr/>
          </p:nvGrpSpPr>
          <p:grpSpPr>
            <a:xfrm>
              <a:off x="4504387" y="542788"/>
              <a:ext cx="743996" cy="648071"/>
              <a:chOff x="2575148" y="1844825"/>
              <a:chExt cx="743996" cy="648071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2575148" y="1844825"/>
                <a:ext cx="743996" cy="504056"/>
                <a:chOff x="3511253" y="2048847"/>
                <a:chExt cx="743996" cy="588065"/>
              </a:xfrm>
            </p:grpSpPr>
            <p:grpSp>
              <p:nvGrpSpPr>
                <p:cNvPr id="110" name="Group 109"/>
                <p:cNvGrpSpPr/>
                <p:nvPr/>
              </p:nvGrpSpPr>
              <p:grpSpPr>
                <a:xfrm>
                  <a:off x="3511253" y="2132856"/>
                  <a:ext cx="360040" cy="504056"/>
                  <a:chOff x="3511252" y="2132856"/>
                  <a:chExt cx="505147" cy="504056"/>
                </a:xfrm>
              </p:grpSpPr>
              <p:cxnSp>
                <p:nvCxnSpPr>
                  <p:cNvPr id="113" name="Straight Connector 112"/>
                  <p:cNvCxnSpPr/>
                  <p:nvPr/>
                </p:nvCxnSpPr>
                <p:spPr bwMode="auto">
                  <a:xfrm>
                    <a:off x="3871292" y="2132856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4" name="Straight Connector 113"/>
                  <p:cNvCxnSpPr/>
                  <p:nvPr/>
                </p:nvCxnSpPr>
                <p:spPr bwMode="auto">
                  <a:xfrm flipH="1">
                    <a:off x="3726185" y="2348880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5" name="Straight Connector 114"/>
                  <p:cNvCxnSpPr/>
                  <p:nvPr/>
                </p:nvCxnSpPr>
                <p:spPr bwMode="auto">
                  <a:xfrm flipH="1">
                    <a:off x="3727276" y="2420888"/>
                    <a:ext cx="289123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6" name="Straight Connector 115"/>
                  <p:cNvCxnSpPr/>
                  <p:nvPr/>
                </p:nvCxnSpPr>
                <p:spPr bwMode="auto">
                  <a:xfrm>
                    <a:off x="3871292" y="2420888"/>
                    <a:ext cx="0" cy="21602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7" name="Straight Connector 116"/>
                  <p:cNvCxnSpPr/>
                  <p:nvPr/>
                </p:nvCxnSpPr>
                <p:spPr bwMode="auto">
                  <a:xfrm flipH="1">
                    <a:off x="3511252" y="2132856"/>
                    <a:ext cx="3600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12" name="TextBox 111"/>
                <p:cNvSpPr txBox="1"/>
                <p:nvPr/>
              </p:nvSpPr>
              <p:spPr>
                <a:xfrm>
                  <a:off x="3772425" y="2048847"/>
                  <a:ext cx="482824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0.1u</a:t>
                  </a:r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2719164" y="2204864"/>
                <a:ext cx="216024" cy="288032"/>
                <a:chOff x="3079204" y="2996952"/>
                <a:chExt cx="279648" cy="288032"/>
              </a:xfrm>
            </p:grpSpPr>
            <p:cxnSp>
              <p:nvCxnSpPr>
                <p:cNvPr id="105" name="Straight Connector 104"/>
                <p:cNvCxnSpPr/>
                <p:nvPr/>
              </p:nvCxnSpPr>
              <p:spPr bwMode="auto">
                <a:xfrm>
                  <a:off x="3223220" y="2996952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grpSp>
              <p:nvGrpSpPr>
                <p:cNvPr id="106" name="Group 105"/>
                <p:cNvGrpSpPr/>
                <p:nvPr/>
              </p:nvGrpSpPr>
              <p:grpSpPr>
                <a:xfrm>
                  <a:off x="3079204" y="3212976"/>
                  <a:ext cx="279648" cy="72008"/>
                  <a:chOff x="3447628" y="4437112"/>
                  <a:chExt cx="351656" cy="144016"/>
                </a:xfrm>
              </p:grpSpPr>
              <p:cxnSp>
                <p:nvCxnSpPr>
                  <p:cNvPr id="107" name="Straight Connector 106"/>
                  <p:cNvCxnSpPr/>
                  <p:nvPr/>
                </p:nvCxnSpPr>
                <p:spPr bwMode="auto">
                  <a:xfrm flipH="1">
                    <a:off x="3447628" y="4437112"/>
                    <a:ext cx="351656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8" name="Straight Connector 107"/>
                  <p:cNvCxnSpPr/>
                  <p:nvPr/>
                </p:nvCxnSpPr>
                <p:spPr bwMode="auto">
                  <a:xfrm flipH="1">
                    <a:off x="3511252" y="4509120"/>
                    <a:ext cx="216024" cy="8384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09" name="Straight Connector 108"/>
                  <p:cNvCxnSpPr/>
                  <p:nvPr/>
                </p:nvCxnSpPr>
                <p:spPr bwMode="auto">
                  <a:xfrm flipH="1">
                    <a:off x="3583260" y="4581128"/>
                    <a:ext cx="7200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</p:grpSp>
        </p:grpSp>
        <p:sp>
          <p:nvSpPr>
            <p:cNvPr id="63" name="TextBox 62"/>
            <p:cNvSpPr txBox="1"/>
            <p:nvPr/>
          </p:nvSpPr>
          <p:spPr>
            <a:xfrm>
              <a:off x="3640291" y="2847044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10k</a:t>
              </a:r>
            </a:p>
          </p:txBody>
        </p:sp>
        <p:cxnSp>
          <p:nvCxnSpPr>
            <p:cNvPr id="64" name="Straight Connector 63"/>
            <p:cNvCxnSpPr/>
            <p:nvPr/>
          </p:nvCxnSpPr>
          <p:spPr bwMode="auto">
            <a:xfrm flipV="1">
              <a:off x="3568282" y="2414995"/>
              <a:ext cx="0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5" name="TextBox 64"/>
            <p:cNvSpPr txBox="1"/>
            <p:nvPr/>
          </p:nvSpPr>
          <p:spPr>
            <a:xfrm>
              <a:off x="4216354" y="75881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648402" y="162290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008443" y="119086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640291" y="147889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678632" y="3250866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10u</a:t>
              </a: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3483672" y="3704207"/>
              <a:ext cx="216024" cy="72008"/>
              <a:chOff x="3447628" y="4437112"/>
              <a:chExt cx="351656" cy="144016"/>
            </a:xfrm>
          </p:grpSpPr>
          <p:cxnSp>
            <p:nvCxnSpPr>
              <p:cNvPr id="100" name="Straight Connector 99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1" name="Straight Connector 100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02" name="Straight Connector 101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84" name="Rectangle 83"/>
            <p:cNvSpPr/>
            <p:nvPr/>
          </p:nvSpPr>
          <p:spPr bwMode="auto">
            <a:xfrm>
              <a:off x="2205800" y="2358644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</a:p>
          </p:txBody>
        </p:sp>
        <p:sp>
          <p:nvSpPr>
            <p:cNvPr id="87" name="Oval 86"/>
            <p:cNvSpPr/>
            <p:nvPr/>
          </p:nvSpPr>
          <p:spPr bwMode="auto">
            <a:xfrm>
              <a:off x="2959452" y="104684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311381" y="6147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1u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158006" y="2633343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200k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903669" y="758812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C1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565171" y="563485"/>
              <a:ext cx="4241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C2</a:t>
              </a:r>
            </a:p>
          </p:txBody>
        </p:sp>
        <p:sp>
          <p:nvSpPr>
            <p:cNvPr id="133" name="Oval 132"/>
            <p:cNvSpPr/>
            <p:nvPr/>
          </p:nvSpPr>
          <p:spPr bwMode="auto">
            <a:xfrm>
              <a:off x="2962919" y="2473525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2" name="Group 151"/>
            <p:cNvGrpSpPr/>
            <p:nvPr/>
          </p:nvGrpSpPr>
          <p:grpSpPr>
            <a:xfrm>
              <a:off x="2172897" y="983638"/>
              <a:ext cx="663743" cy="206732"/>
              <a:chOff x="5740858" y="1494076"/>
              <a:chExt cx="663743" cy="206732"/>
            </a:xfrm>
          </p:grpSpPr>
          <p:cxnSp>
            <p:nvCxnSpPr>
              <p:cNvPr id="157" name="Straight Connector 156"/>
              <p:cNvCxnSpPr/>
              <p:nvPr/>
            </p:nvCxnSpPr>
            <p:spPr bwMode="auto">
              <a:xfrm>
                <a:off x="6031532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58" name="Straight Connector 157"/>
              <p:cNvCxnSpPr/>
              <p:nvPr/>
            </p:nvCxnSpPr>
            <p:spPr bwMode="auto">
              <a:xfrm>
                <a:off x="6103540" y="1494076"/>
                <a:ext cx="0" cy="20673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59" name="Straight Connector 158"/>
              <p:cNvCxnSpPr/>
              <p:nvPr/>
            </p:nvCxnSpPr>
            <p:spPr bwMode="auto">
              <a:xfrm flipH="1">
                <a:off x="5740858" y="1587317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60" name="Straight Connector 159"/>
              <p:cNvCxnSpPr/>
              <p:nvPr/>
            </p:nvCxnSpPr>
            <p:spPr bwMode="auto">
              <a:xfrm flipH="1">
                <a:off x="6103540" y="1592544"/>
                <a:ext cx="301061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0CB63FC-E308-0F49-ABFB-8FDDAED1C279}"/>
                </a:ext>
              </a:extLst>
            </p:cNvPr>
            <p:cNvCxnSpPr/>
            <p:nvPr/>
          </p:nvCxnSpPr>
          <p:spPr bwMode="auto">
            <a:xfrm flipV="1">
              <a:off x="2167364" y="148630"/>
              <a:ext cx="0" cy="9361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59ECF1C-3C51-EF44-A146-3ADCB5981723}"/>
                </a:ext>
              </a:extLst>
            </p:cNvPr>
            <p:cNvSpPr/>
            <p:nvPr/>
          </p:nvSpPr>
          <p:spPr bwMode="auto">
            <a:xfrm rot="5400000">
              <a:off x="1882959" y="530275"/>
              <a:ext cx="504056" cy="28803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R7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BE44168B-82FC-A945-B912-0C6CA68AB9A5}"/>
                </a:ext>
              </a:extLst>
            </p:cNvPr>
            <p:cNvSpPr/>
            <p:nvPr/>
          </p:nvSpPr>
          <p:spPr bwMode="auto">
            <a:xfrm>
              <a:off x="4470294" y="58379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8BF8578-8281-7046-A641-262A64C96035}"/>
                </a:ext>
              </a:extLst>
            </p:cNvPr>
            <p:cNvSpPr/>
            <p:nvPr/>
          </p:nvSpPr>
          <p:spPr bwMode="auto">
            <a:xfrm>
              <a:off x="2138387" y="1050633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03F190A-D42A-CA41-ACF5-7665EBAE8AD4}"/>
                </a:ext>
              </a:extLst>
            </p:cNvPr>
            <p:cNvSpPr txBox="1"/>
            <p:nvPr/>
          </p:nvSpPr>
          <p:spPr>
            <a:xfrm>
              <a:off x="1445757" y="505245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10k</a:t>
              </a: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F0D1535-BCA3-2246-8DC9-009FE2DBAC0F}"/>
                </a:ext>
              </a:extLst>
            </p:cNvPr>
            <p:cNvSpPr/>
            <p:nvPr/>
          </p:nvSpPr>
          <p:spPr bwMode="auto">
            <a:xfrm>
              <a:off x="3539451" y="2381182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58901CD6-73F7-9941-B926-11C3ACB0B063}"/>
                </a:ext>
              </a:extLst>
            </p:cNvPr>
            <p:cNvSpPr txBox="1"/>
            <p:nvPr/>
          </p:nvSpPr>
          <p:spPr>
            <a:xfrm>
              <a:off x="3712299" y="3481269"/>
              <a:ext cx="423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C3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ADF5EB4-FE92-904F-B807-E698D116E72C}"/>
                </a:ext>
              </a:extLst>
            </p:cNvPr>
            <p:cNvGrpSpPr/>
            <p:nvPr/>
          </p:nvGrpSpPr>
          <p:grpSpPr>
            <a:xfrm>
              <a:off x="3468759" y="3239547"/>
              <a:ext cx="357876" cy="455005"/>
              <a:chOff x="6136675" y="3232725"/>
              <a:chExt cx="357876" cy="45500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75167B0-6947-524C-8F6E-7DBFAE06010D}"/>
                  </a:ext>
                </a:extLst>
              </p:cNvPr>
              <p:cNvGrpSpPr/>
              <p:nvPr/>
            </p:nvGrpSpPr>
            <p:grpSpPr>
              <a:xfrm>
                <a:off x="6136675" y="3520332"/>
                <a:ext cx="255799" cy="116083"/>
                <a:chOff x="6067694" y="3337715"/>
                <a:chExt cx="435427" cy="223373"/>
              </a:xfrm>
            </p:grpSpPr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BDB3376B-04C6-9240-8941-EC554B3A66D1}"/>
                    </a:ext>
                  </a:extLst>
                </p:cNvPr>
                <p:cNvSpPr/>
                <p:nvPr/>
              </p:nvSpPr>
              <p:spPr>
                <a:xfrm>
                  <a:off x="6067694" y="3337715"/>
                  <a:ext cx="423514" cy="223373"/>
                </a:xfrm>
                <a:prstGeom prst="arc">
                  <a:avLst>
                    <a:gd name="adj1" fmla="val 16200000"/>
                    <a:gd name="adj2" fmla="val 81654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8" name="Arc 287">
                  <a:extLst>
                    <a:ext uri="{FF2B5EF4-FFF2-40B4-BE49-F238E27FC236}">
                      <a16:creationId xmlns:a16="http://schemas.microsoft.com/office/drawing/2014/main" id="{0F170AF9-4E89-6A48-94B9-E4AF9EC3EC37}"/>
                    </a:ext>
                  </a:extLst>
                </p:cNvPr>
                <p:cNvSpPr/>
                <p:nvPr/>
              </p:nvSpPr>
              <p:spPr>
                <a:xfrm flipH="1">
                  <a:off x="6079607" y="3337715"/>
                  <a:ext cx="423514" cy="223373"/>
                </a:xfrm>
                <a:prstGeom prst="arc">
                  <a:avLst>
                    <a:gd name="adj1" fmla="val 16200000"/>
                    <a:gd name="adj2" fmla="val 81654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4922702C-32BA-8747-AB5B-BF583568CE96}"/>
                  </a:ext>
                </a:extLst>
              </p:cNvPr>
              <p:cNvCxnSpPr/>
              <p:nvPr/>
            </p:nvCxnSpPr>
            <p:spPr bwMode="auto">
              <a:xfrm flipH="1">
                <a:off x="6136675" y="3450454"/>
                <a:ext cx="255799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D3B5EBEE-4433-CE4E-95DE-8468DDB44F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64576" y="3279092"/>
                <a:ext cx="0" cy="16677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56EE7729-154F-804B-9C1E-0F93A607B18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264575" y="3520953"/>
                <a:ext cx="0" cy="166777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BE2A5D67-3A01-6A44-B516-35A616A8BD00}"/>
                  </a:ext>
                </a:extLst>
              </p:cNvPr>
              <p:cNvSpPr txBox="1"/>
              <p:nvPr/>
            </p:nvSpPr>
            <p:spPr>
              <a:xfrm>
                <a:off x="6205689" y="3232725"/>
                <a:ext cx="2888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</p:grp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3E11CC7C-48E7-8043-87D3-CA0E4CC99457}"/>
                </a:ext>
              </a:extLst>
            </p:cNvPr>
            <p:cNvSpPr txBox="1"/>
            <p:nvPr/>
          </p:nvSpPr>
          <p:spPr>
            <a:xfrm>
              <a:off x="5593322" y="1004889"/>
              <a:ext cx="434734" cy="338554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7543D002-F9C4-AA47-8437-224E2747CF1F}"/>
                </a:ext>
              </a:extLst>
            </p:cNvPr>
            <p:cNvSpPr txBox="1"/>
            <p:nvPr/>
          </p:nvSpPr>
          <p:spPr>
            <a:xfrm>
              <a:off x="1793676" y="8446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5CAFD584-1341-184F-91ED-D9BF2A51F126}"/>
                </a:ext>
              </a:extLst>
            </p:cNvPr>
            <p:cNvSpPr txBox="1"/>
            <p:nvPr/>
          </p:nvSpPr>
          <p:spPr>
            <a:xfrm>
              <a:off x="4125151" y="162334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E36A0B81-1F42-1A48-890B-CB86CE3809C2}"/>
                </a:ext>
              </a:extLst>
            </p:cNvPr>
            <p:cNvSpPr/>
            <p:nvPr/>
          </p:nvSpPr>
          <p:spPr bwMode="auto">
            <a:xfrm>
              <a:off x="5186534" y="1446659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917F0323-706C-1D45-A5C5-F0FC1128816F}"/>
              </a:ext>
            </a:extLst>
          </p:cNvPr>
          <p:cNvGrpSpPr/>
          <p:nvPr/>
        </p:nvGrpSpPr>
        <p:grpSpPr>
          <a:xfrm>
            <a:off x="6841019" y="3507342"/>
            <a:ext cx="2402983" cy="1381790"/>
            <a:chOff x="6841019" y="3507342"/>
            <a:chExt cx="2402983" cy="1381790"/>
          </a:xfrm>
        </p:grpSpPr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6F0EFAF8-580A-E044-8D1A-911EDEED44D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72210" y="3507342"/>
              <a:ext cx="237179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47C737D3-EAC7-5442-96DB-980259CF66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872210" y="3942349"/>
              <a:ext cx="0" cy="8985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06B0CE38-D449-DE4C-B30D-E7496402D66D}"/>
                </a:ext>
              </a:extLst>
            </p:cNvPr>
            <p:cNvSpPr/>
            <p:nvPr/>
          </p:nvSpPr>
          <p:spPr bwMode="auto">
            <a:xfrm>
              <a:off x="6841019" y="4817124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4" name="TextBox 433">
            <a:extLst>
              <a:ext uri="{FF2B5EF4-FFF2-40B4-BE49-F238E27FC236}">
                <a16:creationId xmlns:a16="http://schemas.microsoft.com/office/drawing/2014/main" id="{35825880-0251-D54D-BC44-B6A841D71B45}"/>
              </a:ext>
            </a:extLst>
          </p:cNvPr>
          <p:cNvSpPr txBox="1"/>
          <p:nvPr/>
        </p:nvSpPr>
        <p:spPr>
          <a:xfrm>
            <a:off x="9503967" y="3612318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C8</a:t>
            </a:r>
          </a:p>
        </p:txBody>
      </p: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3F0FE29C-14FF-3744-B472-A19DCA7267F0}"/>
              </a:ext>
            </a:extLst>
          </p:cNvPr>
          <p:cNvGrpSpPr/>
          <p:nvPr/>
        </p:nvGrpSpPr>
        <p:grpSpPr>
          <a:xfrm>
            <a:off x="208716" y="3866429"/>
            <a:ext cx="2317389" cy="1213820"/>
            <a:chOff x="208716" y="3866429"/>
            <a:chExt cx="2317389" cy="1213820"/>
          </a:xfrm>
        </p:grpSpPr>
        <p:cxnSp>
          <p:nvCxnSpPr>
            <p:cNvPr id="36" name="Straight Connector 35"/>
            <p:cNvCxnSpPr>
              <a:cxnSpLocks/>
            </p:cNvCxnSpPr>
            <p:nvPr/>
          </p:nvCxnSpPr>
          <p:spPr bwMode="auto">
            <a:xfrm flipH="1" flipV="1">
              <a:off x="1134134" y="4298476"/>
              <a:ext cx="1085850" cy="15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74" name="Rectangle 73"/>
            <p:cNvSpPr/>
            <p:nvPr/>
          </p:nvSpPr>
          <p:spPr bwMode="auto">
            <a:xfrm>
              <a:off x="702087" y="4154460"/>
              <a:ext cx="504056" cy="288032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R4</a:t>
              </a:r>
            </a:p>
          </p:txBody>
        </p:sp>
        <p:cxnSp>
          <p:nvCxnSpPr>
            <p:cNvPr id="75" name="Straight Connector 74"/>
            <p:cNvCxnSpPr/>
            <p:nvPr/>
          </p:nvCxnSpPr>
          <p:spPr bwMode="auto">
            <a:xfrm flipH="1">
              <a:off x="414055" y="4298476"/>
              <a:ext cx="288032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6" name="Straight Connector 75"/>
            <p:cNvCxnSpPr/>
            <p:nvPr/>
          </p:nvCxnSpPr>
          <p:spPr bwMode="auto">
            <a:xfrm flipH="1">
              <a:off x="1206144" y="4298476"/>
              <a:ext cx="31305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77" name="Picture 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5181" y="4442492"/>
              <a:ext cx="421627" cy="432048"/>
            </a:xfrm>
            <a:prstGeom prst="rect">
              <a:avLst/>
            </a:prstGeom>
          </p:spPr>
        </p:pic>
        <p:cxnSp>
          <p:nvCxnSpPr>
            <p:cNvPr id="78" name="Straight Connector 77"/>
            <p:cNvCxnSpPr/>
            <p:nvPr/>
          </p:nvCxnSpPr>
          <p:spPr bwMode="auto">
            <a:xfrm flipV="1">
              <a:off x="1585994" y="4298476"/>
              <a:ext cx="5210" cy="5760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79" name="Group 78"/>
            <p:cNvGrpSpPr/>
            <p:nvPr/>
          </p:nvGrpSpPr>
          <p:grpSpPr>
            <a:xfrm>
              <a:off x="1422167" y="4730524"/>
              <a:ext cx="288032" cy="288032"/>
              <a:chOff x="3079204" y="2996952"/>
              <a:chExt cx="279648" cy="288032"/>
            </a:xfrm>
          </p:grpSpPr>
          <p:cxnSp>
            <p:nvCxnSpPr>
              <p:cNvPr id="95" name="Straight Connector 94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96" name="Group 95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97" name="Straight Connector 96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8" name="Straight Connector 97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9" name="Straight Connector 98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cxnSp>
          <p:nvCxnSpPr>
            <p:cNvPr id="80" name="Straight Connector 79"/>
            <p:cNvCxnSpPr/>
            <p:nvPr/>
          </p:nvCxnSpPr>
          <p:spPr bwMode="auto">
            <a:xfrm>
              <a:off x="1383344" y="4298476"/>
              <a:ext cx="5641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1" name="TextBox 80"/>
            <p:cNvSpPr txBox="1"/>
            <p:nvPr/>
          </p:nvSpPr>
          <p:spPr>
            <a:xfrm>
              <a:off x="1822988" y="3968462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2.5V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847714" y="4803250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AP431i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2087" y="3866429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270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F5C70244-C146-154F-9BA1-38512DF007DB}"/>
                </a:ext>
              </a:extLst>
            </p:cNvPr>
            <p:cNvSpPr txBox="1"/>
            <p:nvPr/>
          </p:nvSpPr>
          <p:spPr>
            <a:xfrm>
              <a:off x="2006801" y="4371727"/>
              <a:ext cx="4610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Vref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2ED6A7F9-C7B0-3646-A354-25E3CC7935BA}"/>
                </a:ext>
              </a:extLst>
            </p:cNvPr>
            <p:cNvSpPr/>
            <p:nvPr/>
          </p:nvSpPr>
          <p:spPr bwMode="auto">
            <a:xfrm>
              <a:off x="1558708" y="4282497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C0CC098F-EB01-BF43-8DAE-2FC310E3626D}"/>
                </a:ext>
              </a:extLst>
            </p:cNvPr>
            <p:cNvSpPr/>
            <p:nvPr/>
          </p:nvSpPr>
          <p:spPr bwMode="auto">
            <a:xfrm>
              <a:off x="1356942" y="4275991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82955587-1329-6B4E-9EF9-A69C00C4E4B1}"/>
                </a:ext>
              </a:extLst>
            </p:cNvPr>
            <p:cNvSpPr txBox="1"/>
            <p:nvPr/>
          </p:nvSpPr>
          <p:spPr>
            <a:xfrm>
              <a:off x="208716" y="3960402"/>
              <a:ext cx="4042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</a:p>
          </p:txBody>
        </p:sp>
        <p:sp>
          <p:nvSpPr>
            <p:cNvPr id="436" name="TextBox 435">
              <a:extLst>
                <a:ext uri="{FF2B5EF4-FFF2-40B4-BE49-F238E27FC236}">
                  <a16:creationId xmlns:a16="http://schemas.microsoft.com/office/drawing/2014/main" id="{B91C988D-694B-6A4B-BF66-B2B88F7E474C}"/>
                </a:ext>
              </a:extLst>
            </p:cNvPr>
            <p:cNvSpPr txBox="1"/>
            <p:nvPr/>
          </p:nvSpPr>
          <p:spPr>
            <a:xfrm>
              <a:off x="1652629" y="4581355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D1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C547CDA7-6583-9B46-B29F-50E86ECE8D23}"/>
                </a:ext>
              </a:extLst>
            </p:cNvPr>
            <p:cNvSpPr/>
            <p:nvPr/>
          </p:nvSpPr>
          <p:spPr bwMode="auto">
            <a:xfrm>
              <a:off x="515034" y="4268587"/>
              <a:ext cx="72008" cy="72008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14" name="Straight Connector 313"/>
          <p:cNvCxnSpPr/>
          <p:nvPr/>
        </p:nvCxnSpPr>
        <p:spPr bwMode="auto">
          <a:xfrm flipH="1">
            <a:off x="6883448" y="1444735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72CDA458-42E7-1D4C-98FE-DC9D38EF680E}"/>
              </a:ext>
            </a:extLst>
          </p:cNvPr>
          <p:cNvCxnSpPr>
            <a:cxnSpLocks/>
          </p:cNvCxnSpPr>
          <p:nvPr/>
        </p:nvCxnSpPr>
        <p:spPr bwMode="auto">
          <a:xfrm>
            <a:off x="7422503" y="1816019"/>
            <a:ext cx="0" cy="111252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98" name="TextBox 297"/>
          <p:cNvSpPr txBox="1"/>
          <p:nvPr/>
        </p:nvSpPr>
        <p:spPr>
          <a:xfrm>
            <a:off x="8287987" y="185470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299" name="Group 298"/>
          <p:cNvGrpSpPr/>
          <p:nvPr/>
        </p:nvGrpSpPr>
        <p:grpSpPr>
          <a:xfrm>
            <a:off x="8579183" y="1093688"/>
            <a:ext cx="1152128" cy="1368152"/>
            <a:chOff x="2503140" y="2852936"/>
            <a:chExt cx="1440160" cy="1368152"/>
          </a:xfrm>
        </p:grpSpPr>
        <p:cxnSp>
          <p:nvCxnSpPr>
            <p:cNvPr id="316" name="Straight Connector 315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7" name="Straight Connector 316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18" name="Straight Connector 317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00" name="TextBox 299"/>
          <p:cNvSpPr txBox="1"/>
          <p:nvPr/>
        </p:nvSpPr>
        <p:spPr>
          <a:xfrm>
            <a:off x="8593018" y="125588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01" name="Straight Connector 300"/>
          <p:cNvCxnSpPr/>
          <p:nvPr/>
        </p:nvCxnSpPr>
        <p:spPr bwMode="auto">
          <a:xfrm flipH="1">
            <a:off x="8664787" y="2114128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2" name="Straight Connector 301"/>
          <p:cNvCxnSpPr>
            <a:cxnSpLocks/>
          </p:cNvCxnSpPr>
          <p:nvPr/>
        </p:nvCxnSpPr>
        <p:spPr bwMode="auto">
          <a:xfrm flipH="1" flipV="1">
            <a:off x="7907370" y="2090767"/>
            <a:ext cx="671813" cy="110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3" name="Straight Connector 302"/>
          <p:cNvCxnSpPr/>
          <p:nvPr/>
        </p:nvCxnSpPr>
        <p:spPr bwMode="auto">
          <a:xfrm flipH="1">
            <a:off x="8205970" y="775889"/>
            <a:ext cx="1681619" cy="754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4" name="Rectangle 303"/>
          <p:cNvSpPr/>
          <p:nvPr/>
        </p:nvSpPr>
        <p:spPr bwMode="auto">
          <a:xfrm>
            <a:off x="8794751" y="62214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R10</a:t>
            </a:r>
          </a:p>
        </p:txBody>
      </p:sp>
      <p:cxnSp>
        <p:nvCxnSpPr>
          <p:cNvPr id="305" name="Straight Connector 304"/>
          <p:cNvCxnSpPr/>
          <p:nvPr/>
        </p:nvCxnSpPr>
        <p:spPr bwMode="auto">
          <a:xfrm flipH="1">
            <a:off x="9731311" y="1813768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6" name="Straight Connector 305"/>
          <p:cNvCxnSpPr/>
          <p:nvPr/>
        </p:nvCxnSpPr>
        <p:spPr bwMode="auto">
          <a:xfrm flipV="1">
            <a:off x="9887589" y="768756"/>
            <a:ext cx="0" cy="10450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7" name="Straight Connector 306"/>
          <p:cNvCxnSpPr/>
          <p:nvPr/>
        </p:nvCxnSpPr>
        <p:spPr bwMode="auto">
          <a:xfrm flipV="1">
            <a:off x="8214116" y="783434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09" name="TextBox 308"/>
          <p:cNvSpPr txBox="1"/>
          <p:nvPr/>
        </p:nvSpPr>
        <p:spPr>
          <a:xfrm>
            <a:off x="10155604" y="1354347"/>
            <a:ext cx="44755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9659303" y="152573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241746" y="117760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12" name="Oval 311"/>
          <p:cNvSpPr/>
          <p:nvPr/>
        </p:nvSpPr>
        <p:spPr bwMode="auto">
          <a:xfrm>
            <a:off x="8178112" y="1412503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ectangle 314"/>
          <p:cNvSpPr/>
          <p:nvPr/>
        </p:nvSpPr>
        <p:spPr bwMode="auto">
          <a:xfrm>
            <a:off x="7403314" y="1297872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R9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C9B834E-F2F0-6F4C-B209-C3E207F3C528}"/>
              </a:ext>
            </a:extLst>
          </p:cNvPr>
          <p:cNvSpPr txBox="1"/>
          <p:nvPr/>
        </p:nvSpPr>
        <p:spPr>
          <a:xfrm>
            <a:off x="8717655" y="280710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74EACF4-1C2E-CD4F-900E-4AAED9629E98}"/>
              </a:ext>
            </a:extLst>
          </p:cNvPr>
          <p:cNvSpPr txBox="1"/>
          <p:nvPr/>
        </p:nvSpPr>
        <p:spPr>
          <a:xfrm>
            <a:off x="7394229" y="999802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6B88290D-C9CF-414C-83F2-897F8D743027}"/>
              </a:ext>
            </a:extLst>
          </p:cNvPr>
          <p:cNvSpPr txBox="1"/>
          <p:nvPr/>
        </p:nvSpPr>
        <p:spPr>
          <a:xfrm>
            <a:off x="8760442" y="1635495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IC1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F7123C77-BAC5-B04B-A400-C70BAA238BF1}"/>
              </a:ext>
            </a:extLst>
          </p:cNvPr>
          <p:cNvSpPr/>
          <p:nvPr/>
        </p:nvSpPr>
        <p:spPr bwMode="auto">
          <a:xfrm rot="5400000">
            <a:off x="7157906" y="2268849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R11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8B96EF-4AA3-ED42-BB2A-A3187159E984}"/>
              </a:ext>
            </a:extLst>
          </p:cNvPr>
          <p:cNvGrpSpPr/>
          <p:nvPr/>
        </p:nvGrpSpPr>
        <p:grpSpPr>
          <a:xfrm>
            <a:off x="7283336" y="2928539"/>
            <a:ext cx="288032" cy="92317"/>
            <a:chOff x="8205801" y="6728045"/>
            <a:chExt cx="331710" cy="173482"/>
          </a:xfrm>
        </p:grpSpPr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0CA1B93E-C271-7142-A8B9-5DC8AC65E6A0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1D5C0805-85B3-7244-AA54-FE392D38A36B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934E340-84F6-9F46-98AE-1E9227AA0E94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06" name="TextBox 405">
            <a:extLst>
              <a:ext uri="{FF2B5EF4-FFF2-40B4-BE49-F238E27FC236}">
                <a16:creationId xmlns:a16="http://schemas.microsoft.com/office/drawing/2014/main" id="{239391B3-CFC5-D040-AA4B-FAD487396F7B}"/>
              </a:ext>
            </a:extLst>
          </p:cNvPr>
          <p:cNvSpPr txBox="1"/>
          <p:nvPr/>
        </p:nvSpPr>
        <p:spPr>
          <a:xfrm>
            <a:off x="7034084" y="163549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E281BAC6-E615-D04D-B784-A3711FC046BC}"/>
              </a:ext>
            </a:extLst>
          </p:cNvPr>
          <p:cNvCxnSpPr/>
          <p:nvPr/>
        </p:nvCxnSpPr>
        <p:spPr bwMode="auto">
          <a:xfrm flipH="1">
            <a:off x="7553950" y="2384828"/>
            <a:ext cx="36004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6116FD51-5534-6745-AF13-9E49071EA8D8}"/>
              </a:ext>
            </a:extLst>
          </p:cNvPr>
          <p:cNvCxnSpPr>
            <a:cxnSpLocks/>
          </p:cNvCxnSpPr>
          <p:nvPr/>
        </p:nvCxnSpPr>
        <p:spPr bwMode="auto">
          <a:xfrm flipV="1">
            <a:off x="7913990" y="2088444"/>
            <a:ext cx="0" cy="2963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DC0107A0-A9B5-0240-897D-EE0D3396EE78}"/>
              </a:ext>
            </a:extLst>
          </p:cNvPr>
          <p:cNvSpPr/>
          <p:nvPr/>
        </p:nvSpPr>
        <p:spPr bwMode="auto">
          <a:xfrm>
            <a:off x="9858533" y="177381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8C0D499-2FD3-CB49-9340-FDCEDABF4607}"/>
              </a:ext>
            </a:extLst>
          </p:cNvPr>
          <p:cNvGrpSpPr/>
          <p:nvPr/>
        </p:nvGrpSpPr>
        <p:grpSpPr>
          <a:xfrm>
            <a:off x="10386996" y="1809814"/>
            <a:ext cx="414555" cy="556610"/>
            <a:chOff x="9009295" y="2796190"/>
            <a:chExt cx="414555" cy="556610"/>
          </a:xfrm>
        </p:grpSpPr>
        <p:sp>
          <p:nvSpPr>
            <p:cNvPr id="413" name="Triangle 412">
              <a:extLst>
                <a:ext uri="{FF2B5EF4-FFF2-40B4-BE49-F238E27FC236}">
                  <a16:creationId xmlns:a16="http://schemas.microsoft.com/office/drawing/2014/main" id="{70EF58E9-3ADA-1548-9C86-AB7A6982EE2F}"/>
                </a:ext>
              </a:extLst>
            </p:cNvPr>
            <p:cNvSpPr/>
            <p:nvPr/>
          </p:nvSpPr>
          <p:spPr>
            <a:xfrm rot="10800000">
              <a:off x="9029633" y="2975308"/>
              <a:ext cx="227024" cy="20179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FEF71ED6-F81E-974D-B0A8-2BCCD25813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49481" y="3040897"/>
              <a:ext cx="0" cy="2803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BA5F3755-34B8-1C4F-A5A1-5756EAD91F5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9667" y="3177106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8FA496-46BE-6049-A643-DEBEEFF1AC3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6189" y="2796190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6BD4D417-CC69-3C40-976C-3F886EA7C73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71483" y="3072003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7011A764-8E3C-FF4D-BDC8-C97AF6C3693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95632" y="2988360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536DED5-1C27-D24C-9D84-1B70CC9B3A63}"/>
              </a:ext>
            </a:extLst>
          </p:cNvPr>
          <p:cNvSpPr/>
          <p:nvPr/>
        </p:nvSpPr>
        <p:spPr bwMode="auto">
          <a:xfrm rot="5400000">
            <a:off x="10271371" y="2480291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R12</a:t>
            </a:r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98CCB3C-3CBC-544D-B412-A69F2CE31BB6}"/>
              </a:ext>
            </a:extLst>
          </p:cNvPr>
          <p:cNvCxnSpPr>
            <a:cxnSpLocks/>
            <a:stCxn id="421" idx="3"/>
          </p:cNvCxnSpPr>
          <p:nvPr/>
        </p:nvCxnSpPr>
        <p:spPr bwMode="auto">
          <a:xfrm flipH="1">
            <a:off x="10518551" y="2876335"/>
            <a:ext cx="4848" cy="2334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7987E1DE-FA12-7942-AB0C-33621233CF19}"/>
              </a:ext>
            </a:extLst>
          </p:cNvPr>
          <p:cNvGrpSpPr/>
          <p:nvPr/>
        </p:nvGrpSpPr>
        <p:grpSpPr>
          <a:xfrm>
            <a:off x="10379383" y="3109772"/>
            <a:ext cx="288032" cy="92317"/>
            <a:chOff x="8205801" y="6728045"/>
            <a:chExt cx="331710" cy="173482"/>
          </a:xfrm>
        </p:grpSpPr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F8DEFFD5-2F57-214F-86F2-A4C723EC2D53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086B664-12CB-324D-938E-8792B8F5F2D5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38730E6D-8FF1-C143-93F9-C855852AABF8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728DE52F-038C-5A40-B7B3-CAF043998C6A}"/>
              </a:ext>
            </a:extLst>
          </p:cNvPr>
          <p:cNvSpPr txBox="1"/>
          <p:nvPr/>
        </p:nvSpPr>
        <p:spPr>
          <a:xfrm>
            <a:off x="7551570" y="2433865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FA7A4344-BEB3-B74B-8487-AC7C4818A838}"/>
              </a:ext>
            </a:extLst>
          </p:cNvPr>
          <p:cNvSpPr txBox="1"/>
          <p:nvPr/>
        </p:nvSpPr>
        <p:spPr>
          <a:xfrm>
            <a:off x="9894537" y="251100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5428F3E4-CE12-C143-A197-81FA5FBFEF15}"/>
              </a:ext>
            </a:extLst>
          </p:cNvPr>
          <p:cNvSpPr txBox="1"/>
          <p:nvPr/>
        </p:nvSpPr>
        <p:spPr>
          <a:xfrm>
            <a:off x="10725567" y="179562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D3</a:t>
            </a:r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BB264BEA-6C85-E44B-92AB-C2365C238B4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3933" y="1446659"/>
            <a:ext cx="0" cy="24956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44" name="Oval 443">
            <a:extLst>
              <a:ext uri="{FF2B5EF4-FFF2-40B4-BE49-F238E27FC236}">
                <a16:creationId xmlns:a16="http://schemas.microsoft.com/office/drawing/2014/main" id="{ADE452D4-A441-1C48-8F59-ACBFE2A82644}"/>
              </a:ext>
            </a:extLst>
          </p:cNvPr>
          <p:cNvSpPr/>
          <p:nvPr/>
        </p:nvSpPr>
        <p:spPr bwMode="auto">
          <a:xfrm>
            <a:off x="6847929" y="3471329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3502EBE6-4FAF-4043-B89F-9F5222B359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43553" y="4292960"/>
            <a:ext cx="0" cy="467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2E86FA0E-E866-574E-8DD7-1C66E34C4DFA}"/>
              </a:ext>
            </a:extLst>
          </p:cNvPr>
          <p:cNvGrpSpPr/>
          <p:nvPr/>
        </p:nvGrpSpPr>
        <p:grpSpPr>
          <a:xfrm>
            <a:off x="417935" y="4511734"/>
            <a:ext cx="414555" cy="556610"/>
            <a:chOff x="9009295" y="2796190"/>
            <a:chExt cx="414555" cy="556610"/>
          </a:xfrm>
        </p:grpSpPr>
        <p:sp>
          <p:nvSpPr>
            <p:cNvPr id="452" name="Triangle 451">
              <a:extLst>
                <a:ext uri="{FF2B5EF4-FFF2-40B4-BE49-F238E27FC236}">
                  <a16:creationId xmlns:a16="http://schemas.microsoft.com/office/drawing/2014/main" id="{68CC1861-489C-9041-A06D-881ADB719B7D}"/>
                </a:ext>
              </a:extLst>
            </p:cNvPr>
            <p:cNvSpPr/>
            <p:nvPr/>
          </p:nvSpPr>
          <p:spPr>
            <a:xfrm rot="10800000">
              <a:off x="9029633" y="2975308"/>
              <a:ext cx="227024" cy="201798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90871B00-0652-E248-9490-C6F4B45D62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49481" y="3040897"/>
              <a:ext cx="0" cy="2803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A50CE43-5767-0149-86F0-987A825A0C9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9667" y="3177106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3282E936-9F94-3049-8423-9587E79E73F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136189" y="2796190"/>
              <a:ext cx="3478" cy="1756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2BEC3019-8E5B-484F-9118-E98E7A7076C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71483" y="3072003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DE9947DC-1FDA-6E43-8D16-16EEA942C6B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9295632" y="2988360"/>
              <a:ext cx="128218" cy="13180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458" name="Rectangle 457">
            <a:extLst>
              <a:ext uri="{FF2B5EF4-FFF2-40B4-BE49-F238E27FC236}">
                <a16:creationId xmlns:a16="http://schemas.microsoft.com/office/drawing/2014/main" id="{658CEE97-DEB4-324F-8336-8E1AA582B186}"/>
              </a:ext>
            </a:extLst>
          </p:cNvPr>
          <p:cNvSpPr/>
          <p:nvPr/>
        </p:nvSpPr>
        <p:spPr bwMode="auto">
          <a:xfrm rot="5400000">
            <a:off x="312545" y="5192957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R13</a:t>
            </a:r>
          </a:p>
        </p:txBody>
      </p: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C09C48C8-64C4-F84D-B088-D3A365A3D23B}"/>
              </a:ext>
            </a:extLst>
          </p:cNvPr>
          <p:cNvCxnSpPr>
            <a:cxnSpLocks/>
          </p:cNvCxnSpPr>
          <p:nvPr/>
        </p:nvCxnSpPr>
        <p:spPr bwMode="auto">
          <a:xfrm flipH="1">
            <a:off x="559725" y="5589001"/>
            <a:ext cx="4848" cy="23343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42BA168B-9EE5-3E49-ACCA-3AFDB90D4A95}"/>
              </a:ext>
            </a:extLst>
          </p:cNvPr>
          <p:cNvGrpSpPr/>
          <p:nvPr/>
        </p:nvGrpSpPr>
        <p:grpSpPr>
          <a:xfrm>
            <a:off x="420557" y="5822438"/>
            <a:ext cx="288032" cy="92317"/>
            <a:chOff x="8205801" y="6728045"/>
            <a:chExt cx="331710" cy="173482"/>
          </a:xfrm>
        </p:grpSpPr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17A57742-57AD-1F4A-B0A3-057EB3D35152}"/>
                </a:ext>
              </a:extLst>
            </p:cNvPr>
            <p:cNvCxnSpPr/>
            <p:nvPr/>
          </p:nvCxnSpPr>
          <p:spPr bwMode="auto">
            <a:xfrm flipH="1">
              <a:off x="8205801" y="6728045"/>
              <a:ext cx="331710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D8B22B2D-BFFC-AA41-94DB-26C795E4F2D3}"/>
                </a:ext>
              </a:extLst>
            </p:cNvPr>
            <p:cNvCxnSpPr/>
            <p:nvPr/>
          </p:nvCxnSpPr>
          <p:spPr bwMode="auto">
            <a:xfrm flipH="1">
              <a:off x="8265816" y="6814786"/>
              <a:ext cx="203771" cy="100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845F599A-C462-074E-919E-D503EC499133}"/>
                </a:ext>
              </a:extLst>
            </p:cNvPr>
            <p:cNvCxnSpPr/>
            <p:nvPr/>
          </p:nvCxnSpPr>
          <p:spPr bwMode="auto">
            <a:xfrm flipH="1">
              <a:off x="8333740" y="6901527"/>
              <a:ext cx="6792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68" name="TextBox 467">
            <a:extLst>
              <a:ext uri="{FF2B5EF4-FFF2-40B4-BE49-F238E27FC236}">
                <a16:creationId xmlns:a16="http://schemas.microsoft.com/office/drawing/2014/main" id="{FDA49090-B200-EE47-941D-60E1326612B0}"/>
              </a:ext>
            </a:extLst>
          </p:cNvPr>
          <p:cNvSpPr txBox="1"/>
          <p:nvPr/>
        </p:nvSpPr>
        <p:spPr>
          <a:xfrm>
            <a:off x="803703" y="5300109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83F27000-EA39-2A45-A164-3D700DBC16F2}"/>
              </a:ext>
            </a:extLst>
          </p:cNvPr>
          <p:cNvSpPr txBox="1"/>
          <p:nvPr/>
        </p:nvSpPr>
        <p:spPr>
          <a:xfrm>
            <a:off x="7252742" y="488409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3EF558AE-2E28-494D-AB9B-4EEDF17EFB2C}"/>
              </a:ext>
            </a:extLst>
          </p:cNvPr>
          <p:cNvSpPr txBox="1"/>
          <p:nvPr/>
        </p:nvSpPr>
        <p:spPr>
          <a:xfrm>
            <a:off x="824657" y="469393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D4</a:t>
            </a:r>
          </a:p>
        </p:txBody>
      </p:sp>
    </p:spTree>
    <p:extLst>
      <p:ext uri="{BB962C8B-B14F-4D97-AF65-F5344CB8AC3E}">
        <p14:creationId xmlns:p14="http://schemas.microsoft.com/office/powerpoint/2010/main" val="2299348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38"/>
          <p:cNvSpPr txBox="1"/>
          <p:nvPr/>
        </p:nvSpPr>
        <p:spPr>
          <a:xfrm>
            <a:off x="7317615" y="2335704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½ IC3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5725" y="189175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7153756" y="1819742"/>
            <a:ext cx="1152128" cy="1368152"/>
            <a:chOff x="2503140" y="2852936"/>
            <a:chExt cx="1440160" cy="1368152"/>
          </a:xfrm>
        </p:grpSpPr>
        <p:cxnSp>
          <p:nvCxnSpPr>
            <p:cNvPr id="128" name="Straight Connector 127"/>
            <p:cNvCxnSpPr/>
            <p:nvPr/>
          </p:nvCxnSpPr>
          <p:spPr bwMode="auto">
            <a:xfrm>
              <a:off x="2503140" y="2852936"/>
              <a:ext cx="0" cy="136815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29" name="Straight Connector 128"/>
            <p:cNvCxnSpPr/>
            <p:nvPr/>
          </p:nvCxnSpPr>
          <p:spPr bwMode="auto">
            <a:xfrm>
              <a:off x="2503140" y="2852936"/>
              <a:ext cx="144016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0" name="Straight Connector 129"/>
            <p:cNvCxnSpPr/>
            <p:nvPr/>
          </p:nvCxnSpPr>
          <p:spPr bwMode="auto">
            <a:xfrm flipV="1">
              <a:off x="2503140" y="3573016"/>
              <a:ext cx="144016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40" name="Straight Connector 39"/>
          <p:cNvCxnSpPr/>
          <p:nvPr/>
        </p:nvCxnSpPr>
        <p:spPr bwMode="auto">
          <a:xfrm>
            <a:off x="7729820" y="1459702"/>
            <a:ext cx="2" cy="7200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41" name="Group 40"/>
          <p:cNvGrpSpPr/>
          <p:nvPr/>
        </p:nvGrpSpPr>
        <p:grpSpPr>
          <a:xfrm>
            <a:off x="7801828" y="2755846"/>
            <a:ext cx="279648" cy="288032"/>
            <a:chOff x="3079204" y="2996952"/>
            <a:chExt cx="279648" cy="288032"/>
          </a:xfrm>
        </p:grpSpPr>
        <p:cxnSp>
          <p:nvCxnSpPr>
            <p:cNvPr id="123" name="Straight Connector 122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124" name="Group 123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125" name="Straight Connector 124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6" name="Straight Connector 125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42" name="TextBox 41"/>
          <p:cNvSpPr txBox="1"/>
          <p:nvPr/>
        </p:nvSpPr>
        <p:spPr>
          <a:xfrm>
            <a:off x="7116784" y="196099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43" name="Straight Connector 42"/>
          <p:cNvCxnSpPr/>
          <p:nvPr/>
        </p:nvCxnSpPr>
        <p:spPr bwMode="auto">
          <a:xfrm flipH="1">
            <a:off x="7198747" y="2857034"/>
            <a:ext cx="144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5" name="Straight Connector 44"/>
          <p:cNvCxnSpPr/>
          <p:nvPr/>
        </p:nvCxnSpPr>
        <p:spPr bwMode="auto">
          <a:xfrm flipH="1" flipV="1">
            <a:off x="6793717" y="2827855"/>
            <a:ext cx="360041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H="1">
            <a:off x="8305884" y="2539822"/>
            <a:ext cx="79208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V="1">
            <a:off x="8449900" y="2539822"/>
            <a:ext cx="0" cy="9361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 flipV="1">
            <a:off x="6793716" y="2827854"/>
            <a:ext cx="0" cy="648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1" name="Straight Connector 50"/>
          <p:cNvCxnSpPr>
            <a:cxnSpLocks/>
          </p:cNvCxnSpPr>
          <p:nvPr/>
        </p:nvCxnSpPr>
        <p:spPr bwMode="auto">
          <a:xfrm flipH="1" flipV="1">
            <a:off x="6803764" y="3455830"/>
            <a:ext cx="1654256" cy="3819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7" name="Oval 56"/>
          <p:cNvSpPr/>
          <p:nvPr/>
        </p:nvSpPr>
        <p:spPr bwMode="auto">
          <a:xfrm>
            <a:off x="9097972" y="2467814"/>
            <a:ext cx="144016" cy="144016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7729821" y="1603719"/>
            <a:ext cx="747202" cy="648071"/>
            <a:chOff x="2575148" y="1844825"/>
            <a:chExt cx="747202" cy="648071"/>
          </a:xfrm>
        </p:grpSpPr>
        <p:grpSp>
          <p:nvGrpSpPr>
            <p:cNvPr id="103" name="Group 102"/>
            <p:cNvGrpSpPr/>
            <p:nvPr/>
          </p:nvGrpSpPr>
          <p:grpSpPr>
            <a:xfrm>
              <a:off x="2575148" y="1844825"/>
              <a:ext cx="747202" cy="504056"/>
              <a:chOff x="3511253" y="2048847"/>
              <a:chExt cx="747202" cy="588065"/>
            </a:xfrm>
          </p:grpSpPr>
          <p:grpSp>
            <p:nvGrpSpPr>
              <p:cNvPr id="110" name="Group 109"/>
              <p:cNvGrpSpPr/>
              <p:nvPr/>
            </p:nvGrpSpPr>
            <p:grpSpPr>
              <a:xfrm>
                <a:off x="3511253" y="2132856"/>
                <a:ext cx="360040" cy="504056"/>
                <a:chOff x="3511252" y="2132856"/>
                <a:chExt cx="505147" cy="504056"/>
              </a:xfrm>
            </p:grpSpPr>
            <p:cxnSp>
              <p:nvCxnSpPr>
                <p:cNvPr id="113" name="Straight Connector 112"/>
                <p:cNvCxnSpPr/>
                <p:nvPr/>
              </p:nvCxnSpPr>
              <p:spPr bwMode="auto">
                <a:xfrm>
                  <a:off x="3871292" y="2132856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4" name="Straight Connector 113"/>
                <p:cNvCxnSpPr/>
                <p:nvPr/>
              </p:nvCxnSpPr>
              <p:spPr bwMode="auto">
                <a:xfrm flipH="1">
                  <a:off x="3726185" y="2348880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5" name="Straight Connector 114"/>
                <p:cNvCxnSpPr/>
                <p:nvPr/>
              </p:nvCxnSpPr>
              <p:spPr bwMode="auto">
                <a:xfrm flipH="1">
                  <a:off x="3727276" y="2420888"/>
                  <a:ext cx="289123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6" name="Straight Connector 115"/>
                <p:cNvCxnSpPr/>
                <p:nvPr/>
              </p:nvCxnSpPr>
              <p:spPr bwMode="auto">
                <a:xfrm>
                  <a:off x="3871292" y="2420888"/>
                  <a:ext cx="0" cy="21602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7" name="Straight Connector 116"/>
                <p:cNvCxnSpPr/>
                <p:nvPr/>
              </p:nvCxnSpPr>
              <p:spPr bwMode="auto">
                <a:xfrm flipH="1">
                  <a:off x="3511252" y="2132856"/>
                  <a:ext cx="360040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12" name="TextBox 111"/>
              <p:cNvSpPr txBox="1"/>
              <p:nvPr/>
            </p:nvSpPr>
            <p:spPr>
              <a:xfrm>
                <a:off x="3772425" y="2048847"/>
                <a:ext cx="48603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</a:t>
                </a:r>
                <a:r>
                  <a:rPr lang="en-US" sz="1200" dirty="0">
                    <a:latin typeface="Symbol" pitchFamily="2" charset="2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2719164" y="2204864"/>
              <a:ext cx="216024" cy="288032"/>
              <a:chOff x="3079204" y="2996952"/>
              <a:chExt cx="279648" cy="288032"/>
            </a:xfrm>
          </p:grpSpPr>
          <p:cxnSp>
            <p:nvCxnSpPr>
              <p:cNvPr id="105" name="Straight Connector 104"/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06" name="Group 105"/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107" name="Straight Connector 106"/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</p:grpSp>
      <p:sp>
        <p:nvSpPr>
          <p:cNvPr id="65" name="TextBox 64"/>
          <p:cNvSpPr txBox="1"/>
          <p:nvPr/>
        </p:nvSpPr>
        <p:spPr>
          <a:xfrm>
            <a:off x="7441788" y="181974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73836" y="268383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33877" y="225179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5725" y="248959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DA69AB4D-FB23-B641-9676-BC968E2AD666}"/>
              </a:ext>
            </a:extLst>
          </p:cNvPr>
          <p:cNvCxnSpPr>
            <a:cxnSpLocks/>
            <a:stCxn id="42" idx="1"/>
          </p:cNvCxnSpPr>
          <p:nvPr/>
        </p:nvCxnSpPr>
        <p:spPr bwMode="auto">
          <a:xfrm flipH="1" flipV="1">
            <a:off x="4405880" y="2137775"/>
            <a:ext cx="2710904" cy="789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4" name="Rectangle 83"/>
          <p:cNvSpPr/>
          <p:nvPr/>
        </p:nvSpPr>
        <p:spPr bwMode="auto">
          <a:xfrm>
            <a:off x="5853800" y="2025780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15008" y="1666484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47k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29103" y="1819743"/>
            <a:ext cx="499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33239" y="2448069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C10</a:t>
            </a:r>
          </a:p>
        </p:txBody>
      </p:sp>
      <p:grpSp>
        <p:nvGrpSpPr>
          <p:cNvPr id="152" name="Group 151"/>
          <p:cNvGrpSpPr/>
          <p:nvPr/>
        </p:nvGrpSpPr>
        <p:grpSpPr>
          <a:xfrm>
            <a:off x="7103993" y="641593"/>
            <a:ext cx="663743" cy="206732"/>
            <a:chOff x="5740858" y="1494076"/>
            <a:chExt cx="663743" cy="206732"/>
          </a:xfrm>
        </p:grpSpPr>
        <p:cxnSp>
          <p:nvCxnSpPr>
            <p:cNvPr id="157" name="Straight Connector 156"/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8" name="Straight Connector 157"/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59" name="Straight Connector 158"/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60" name="Straight Connector 159"/>
            <p:cNvCxnSpPr/>
            <p:nvPr/>
          </p:nvCxnSpPr>
          <p:spPr bwMode="auto">
            <a:xfrm flipH="1">
              <a:off x="6103540" y="1592544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69" name="Oval 168">
            <a:extLst>
              <a:ext uri="{FF2B5EF4-FFF2-40B4-BE49-F238E27FC236}">
                <a16:creationId xmlns:a16="http://schemas.microsoft.com/office/drawing/2014/main" id="{BE44168B-82FC-A945-B912-0C6CA68AB9A5}"/>
              </a:ext>
            </a:extLst>
          </p:cNvPr>
          <p:cNvSpPr/>
          <p:nvPr/>
        </p:nvSpPr>
        <p:spPr bwMode="auto">
          <a:xfrm>
            <a:off x="7695728" y="1644724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3E11CC7C-48E7-8043-87D3-CA0E4CC99457}"/>
              </a:ext>
            </a:extLst>
          </p:cNvPr>
          <p:cNvSpPr txBox="1"/>
          <p:nvPr/>
        </p:nvSpPr>
        <p:spPr>
          <a:xfrm>
            <a:off x="8818756" y="2065820"/>
            <a:ext cx="434734" cy="33855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V5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5CAFD584-1341-184F-91ED-D9BF2A51F126}"/>
              </a:ext>
            </a:extLst>
          </p:cNvPr>
          <p:cNvSpPr txBox="1"/>
          <p:nvPr/>
        </p:nvSpPr>
        <p:spPr>
          <a:xfrm>
            <a:off x="7350585" y="122326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E36A0B81-1F42-1A48-890B-CB86CE3809C2}"/>
              </a:ext>
            </a:extLst>
          </p:cNvPr>
          <p:cNvSpPr/>
          <p:nvPr/>
        </p:nvSpPr>
        <p:spPr bwMode="auto">
          <a:xfrm>
            <a:off x="8411968" y="250759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6427817" y="2763808"/>
            <a:ext cx="288032" cy="288032"/>
            <a:chOff x="3079204" y="2996952"/>
            <a:chExt cx="279648" cy="288032"/>
          </a:xfrm>
        </p:grpSpPr>
        <p:cxnSp>
          <p:nvCxnSpPr>
            <p:cNvPr id="95" name="Straight Connector 94"/>
            <p:cNvCxnSpPr/>
            <p:nvPr/>
          </p:nvCxnSpPr>
          <p:spPr bwMode="auto">
            <a:xfrm>
              <a:off x="3223220" y="299695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96" name="Group 95"/>
            <p:cNvGrpSpPr/>
            <p:nvPr/>
          </p:nvGrpSpPr>
          <p:grpSpPr>
            <a:xfrm>
              <a:off x="3079204" y="3212976"/>
              <a:ext cx="279648" cy="72008"/>
              <a:chOff x="3447628" y="4437112"/>
              <a:chExt cx="351656" cy="144016"/>
            </a:xfrm>
          </p:grpSpPr>
          <p:cxnSp>
            <p:nvCxnSpPr>
              <p:cNvPr id="97" name="Straight Connector 96"/>
              <p:cNvCxnSpPr/>
              <p:nvPr/>
            </p:nvCxnSpPr>
            <p:spPr bwMode="auto">
              <a:xfrm flipH="1">
                <a:off x="3447628" y="4437112"/>
                <a:ext cx="351656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8" name="Straight Connector 97"/>
              <p:cNvCxnSpPr/>
              <p:nvPr/>
            </p:nvCxnSpPr>
            <p:spPr bwMode="auto">
              <a:xfrm flipH="1">
                <a:off x="3511252" y="4509120"/>
                <a:ext cx="216024" cy="838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99" name="Straight Connector 98"/>
              <p:cNvCxnSpPr/>
              <p:nvPr/>
            </p:nvCxnSpPr>
            <p:spPr bwMode="auto">
              <a:xfrm flipH="1">
                <a:off x="3583260" y="4581128"/>
                <a:ext cx="72008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FB88E592-CDEC-944D-A954-DD2DD3D8F737}"/>
              </a:ext>
            </a:extLst>
          </p:cNvPr>
          <p:cNvGrpSpPr/>
          <p:nvPr/>
        </p:nvGrpSpPr>
        <p:grpSpPr>
          <a:xfrm rot="5400000">
            <a:off x="6234849" y="2381153"/>
            <a:ext cx="663755" cy="206732"/>
            <a:chOff x="5740858" y="1494076"/>
            <a:chExt cx="663755" cy="206732"/>
          </a:xfrm>
        </p:grpSpPr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78F02B1A-DB31-6B40-AF37-52E2D8A93D70}"/>
                </a:ext>
              </a:extLst>
            </p:cNvPr>
            <p:cNvCxnSpPr/>
            <p:nvPr/>
          </p:nvCxnSpPr>
          <p:spPr bwMode="auto">
            <a:xfrm>
              <a:off x="6031532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46232C3-A4A4-7E46-8353-E7F5D790E7BC}"/>
                </a:ext>
              </a:extLst>
            </p:cNvPr>
            <p:cNvCxnSpPr/>
            <p:nvPr/>
          </p:nvCxnSpPr>
          <p:spPr bwMode="auto">
            <a:xfrm>
              <a:off x="6103540" y="1494076"/>
              <a:ext cx="0" cy="206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6B4466F6-D890-1D48-AC33-64AD393E6F91}"/>
                </a:ext>
              </a:extLst>
            </p:cNvPr>
            <p:cNvCxnSpPr/>
            <p:nvPr/>
          </p:nvCxnSpPr>
          <p:spPr bwMode="auto">
            <a:xfrm flipH="1">
              <a:off x="5740858" y="1587317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D8B5B0BF-927D-E341-AB14-122CE526C1D5}"/>
                </a:ext>
              </a:extLst>
            </p:cNvPr>
            <p:cNvCxnSpPr/>
            <p:nvPr/>
          </p:nvCxnSpPr>
          <p:spPr bwMode="auto">
            <a:xfrm flipH="1">
              <a:off x="6103552" y="1592546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E4D381D-EA85-3146-BBD9-DDF08B52360D}"/>
              </a:ext>
            </a:extLst>
          </p:cNvPr>
          <p:cNvSpPr/>
          <p:nvPr/>
        </p:nvSpPr>
        <p:spPr bwMode="auto">
          <a:xfrm>
            <a:off x="4852740" y="1993758"/>
            <a:ext cx="504056" cy="28803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R14</a:t>
            </a:r>
          </a:p>
        </p:txBody>
      </p: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B3E41C0B-A34B-9D42-B997-6E269FB28856}"/>
              </a:ext>
            </a:extLst>
          </p:cNvPr>
          <p:cNvCxnSpPr>
            <a:cxnSpLocks/>
          </p:cNvCxnSpPr>
          <p:nvPr/>
        </p:nvCxnSpPr>
        <p:spPr bwMode="auto">
          <a:xfrm flipH="1">
            <a:off x="5628844" y="735870"/>
            <a:ext cx="1487940" cy="90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5341548C-FD4A-F442-A7A4-329CAAB6DE59}"/>
              </a:ext>
            </a:extLst>
          </p:cNvPr>
          <p:cNvCxnSpPr>
            <a:cxnSpLocks/>
          </p:cNvCxnSpPr>
          <p:nvPr/>
        </p:nvCxnSpPr>
        <p:spPr bwMode="auto">
          <a:xfrm flipH="1">
            <a:off x="7697020" y="728717"/>
            <a:ext cx="894913" cy="1066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1BAFA08-6F70-DA47-AC9B-703AD3CA8204}"/>
              </a:ext>
            </a:extLst>
          </p:cNvPr>
          <p:cNvCxnSpPr>
            <a:cxnSpLocks/>
          </p:cNvCxnSpPr>
          <p:nvPr/>
        </p:nvCxnSpPr>
        <p:spPr bwMode="auto">
          <a:xfrm flipV="1">
            <a:off x="8591933" y="728717"/>
            <a:ext cx="0" cy="18111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8307B50E-37F9-564A-97F1-C5E11B03F5BC}"/>
              </a:ext>
            </a:extLst>
          </p:cNvPr>
          <p:cNvSpPr/>
          <p:nvPr/>
        </p:nvSpPr>
        <p:spPr bwMode="auto">
          <a:xfrm>
            <a:off x="8557911" y="250759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5ADB8B6F-1346-EB48-89A3-26307624C9E8}"/>
              </a:ext>
            </a:extLst>
          </p:cNvPr>
          <p:cNvSpPr/>
          <p:nvPr/>
        </p:nvSpPr>
        <p:spPr bwMode="auto">
          <a:xfrm>
            <a:off x="6538867" y="2100224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75AA5FB6-B344-584A-AD64-89CDA0DDD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5628844" y="744960"/>
            <a:ext cx="0" cy="140070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41" name="Oval 340">
            <a:extLst>
              <a:ext uri="{FF2B5EF4-FFF2-40B4-BE49-F238E27FC236}">
                <a16:creationId xmlns:a16="http://schemas.microsoft.com/office/drawing/2014/main" id="{48800FC1-C659-1048-B4B5-DFEBBD83F5EB}"/>
              </a:ext>
            </a:extLst>
          </p:cNvPr>
          <p:cNvSpPr/>
          <p:nvPr/>
        </p:nvSpPr>
        <p:spPr bwMode="auto">
          <a:xfrm>
            <a:off x="5587983" y="2104270"/>
            <a:ext cx="72008" cy="72008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9041D-65AC-A841-BB19-C089159A6104}"/>
              </a:ext>
            </a:extLst>
          </p:cNvPr>
          <p:cNvSpPr/>
          <p:nvPr/>
        </p:nvSpPr>
        <p:spPr>
          <a:xfrm>
            <a:off x="7374408" y="325144"/>
            <a:ext cx="4122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1n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D107C306-8CB6-BD4B-AD26-5C21EDA7ABE8}"/>
              </a:ext>
            </a:extLst>
          </p:cNvPr>
          <p:cNvSpPr txBox="1"/>
          <p:nvPr/>
        </p:nvSpPr>
        <p:spPr>
          <a:xfrm>
            <a:off x="5841596" y="1653661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47k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77DE3C79-3BCE-0B4E-84D0-C98DF1F80D07}"/>
              </a:ext>
            </a:extLst>
          </p:cNvPr>
          <p:cNvSpPr txBox="1"/>
          <p:nvPr/>
        </p:nvSpPr>
        <p:spPr>
          <a:xfrm>
            <a:off x="6915902" y="383497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C9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A6501630-2962-F04D-A8EA-1A3F1D9F64AD}"/>
              </a:ext>
            </a:extLst>
          </p:cNvPr>
          <p:cNvSpPr/>
          <p:nvPr/>
        </p:nvSpPr>
        <p:spPr>
          <a:xfrm>
            <a:off x="5940109" y="266037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0D0D98-8423-4E41-AD67-AB16FD634A75}"/>
              </a:ext>
            </a:extLst>
          </p:cNvPr>
          <p:cNvGrpSpPr/>
          <p:nvPr/>
        </p:nvGrpSpPr>
        <p:grpSpPr>
          <a:xfrm>
            <a:off x="3590199" y="2132856"/>
            <a:ext cx="823558" cy="1296144"/>
            <a:chOff x="3229346" y="3051840"/>
            <a:chExt cx="823558" cy="1296144"/>
          </a:xfrm>
        </p:grpSpPr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3EE81F55-A1BD-EC4F-95AF-F40EE35C4D9C}"/>
                </a:ext>
              </a:extLst>
            </p:cNvPr>
            <p:cNvSpPr/>
            <p:nvPr/>
          </p:nvSpPr>
          <p:spPr bwMode="auto">
            <a:xfrm>
              <a:off x="3470326" y="3555896"/>
              <a:ext cx="504056" cy="504056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/>
                <a:cs typeface="Verdana"/>
              </a:endParaRPr>
            </a:p>
          </p:txBody>
        </p:sp>
        <p:pic>
          <p:nvPicPr>
            <p:cNvPr id="348" name="Picture 347">
              <a:extLst>
                <a:ext uri="{FF2B5EF4-FFF2-40B4-BE49-F238E27FC236}">
                  <a16:creationId xmlns:a16="http://schemas.microsoft.com/office/drawing/2014/main" id="{1888693C-9469-BF45-B5A4-7FD7C23C1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9000" contrast="-4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98973" y="3685833"/>
              <a:ext cx="237754" cy="246245"/>
            </a:xfrm>
            <a:prstGeom prst="rect">
              <a:avLst/>
            </a:prstGeom>
          </p:spPr>
        </p:pic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9BC9C560-53D3-5A4D-A2CB-4E525F99F5BA}"/>
                </a:ext>
              </a:extLst>
            </p:cNvPr>
            <p:cNvCxnSpPr/>
            <p:nvPr/>
          </p:nvCxnSpPr>
          <p:spPr bwMode="auto">
            <a:xfrm>
              <a:off x="3758358" y="3051840"/>
              <a:ext cx="0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882922AC-800F-7B49-AE90-2B29A65A73C4}"/>
                </a:ext>
              </a:extLst>
            </p:cNvPr>
            <p:cNvGrpSpPr/>
            <p:nvPr/>
          </p:nvGrpSpPr>
          <p:grpSpPr>
            <a:xfrm>
              <a:off x="3614342" y="4059952"/>
              <a:ext cx="279648" cy="288032"/>
              <a:chOff x="3079204" y="2996952"/>
              <a:chExt cx="279648" cy="288032"/>
            </a:xfrm>
          </p:grpSpPr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338450C3-9FF4-1F43-8327-8F2AB7C941CD}"/>
                  </a:ext>
                </a:extLst>
              </p:cNvPr>
              <p:cNvCxnSpPr/>
              <p:nvPr/>
            </p:nvCxnSpPr>
            <p:spPr bwMode="auto">
              <a:xfrm>
                <a:off x="3223220" y="2996952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3C3238B0-270C-1B42-804F-D3458C6637EA}"/>
                  </a:ext>
                </a:extLst>
              </p:cNvPr>
              <p:cNvGrpSpPr/>
              <p:nvPr/>
            </p:nvGrpSpPr>
            <p:grpSpPr>
              <a:xfrm>
                <a:off x="3079204" y="3212976"/>
                <a:ext cx="279648" cy="72008"/>
                <a:chOff x="3447628" y="4437112"/>
                <a:chExt cx="351656" cy="144016"/>
              </a:xfrm>
            </p:grpSpPr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5C68DD04-9B3A-D249-B034-32D7AA7C51E2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47628" y="4437112"/>
                  <a:ext cx="351656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3E69E81C-9055-6C4B-9CFF-D7C6B48456FD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11252" y="4509120"/>
                  <a:ext cx="216024" cy="8384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95D50214-C07E-334C-BFE1-8D696670282C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83260" y="4581128"/>
                  <a:ext cx="72008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6BF8C993-A345-0644-9FB4-C29CF204C86E}"/>
                </a:ext>
              </a:extLst>
            </p:cNvPr>
            <p:cNvSpPr txBox="1"/>
            <p:nvPr/>
          </p:nvSpPr>
          <p:spPr>
            <a:xfrm>
              <a:off x="3229346" y="3164498"/>
              <a:ext cx="462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Verdana"/>
                  <a:cs typeface="Verdana"/>
                </a:rPr>
                <a:t>Vs</a:t>
              </a:r>
              <a:endParaRPr lang="en-US" sz="1800" dirty="0">
                <a:latin typeface="Verdana"/>
                <a:cs typeface="Verdana"/>
              </a:endParaRPr>
            </a:p>
          </p:txBody>
        </p: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657AD7EB-080F-4A46-9376-025304F5EA0F}"/>
                </a:ext>
              </a:extLst>
            </p:cNvPr>
            <p:cNvCxnSpPr/>
            <p:nvPr/>
          </p:nvCxnSpPr>
          <p:spPr bwMode="auto">
            <a:xfrm flipH="1">
              <a:off x="3751843" y="3056965"/>
              <a:ext cx="3010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04688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F25652-8293-FD43-B262-5DF2B5E24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915679" y="1642160"/>
            <a:ext cx="1412442" cy="2438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A6FC95-E1F8-6740-9D35-1225EA937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96421" y="2098115"/>
            <a:ext cx="2628900" cy="1460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A0DF79-083D-544F-9696-A08BD320F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003" y="2970681"/>
            <a:ext cx="1130300" cy="5969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4FCB5A-2352-7449-A785-86B9E5B408AB}"/>
              </a:ext>
            </a:extLst>
          </p:cNvPr>
          <p:cNvCxnSpPr/>
          <p:nvPr/>
        </p:nvCxnSpPr>
        <p:spPr>
          <a:xfrm>
            <a:off x="2886635" y="3191436"/>
            <a:ext cx="4123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A82D9B1-3424-E64C-8F54-F6EA0E817090}"/>
              </a:ext>
            </a:extLst>
          </p:cNvPr>
          <p:cNvCxnSpPr>
            <a:cxnSpLocks/>
          </p:cNvCxnSpPr>
          <p:nvPr/>
        </p:nvCxnSpPr>
        <p:spPr>
          <a:xfrm>
            <a:off x="4228773" y="3186640"/>
            <a:ext cx="12867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riangle 100">
            <a:extLst>
              <a:ext uri="{FF2B5EF4-FFF2-40B4-BE49-F238E27FC236}">
                <a16:creationId xmlns:a16="http://schemas.microsoft.com/office/drawing/2014/main" id="{BFFB6270-C618-C949-B6DB-60BB76B516CE}"/>
              </a:ext>
            </a:extLst>
          </p:cNvPr>
          <p:cNvSpPr/>
          <p:nvPr/>
        </p:nvSpPr>
        <p:spPr>
          <a:xfrm rot="5400000">
            <a:off x="1601104" y="5272396"/>
            <a:ext cx="227024" cy="201798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96091AE-A40D-024A-9E22-6016C6A69743}"/>
              </a:ext>
            </a:extLst>
          </p:cNvPr>
          <p:cNvCxnSpPr/>
          <p:nvPr/>
        </p:nvCxnSpPr>
        <p:spPr>
          <a:xfrm>
            <a:off x="1809208" y="5240865"/>
            <a:ext cx="6307" cy="271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4AEE26F-F0A9-3940-A5E7-A7D85EEA6F64}"/>
              </a:ext>
            </a:extLst>
          </p:cNvPr>
          <p:cNvSpPr txBox="1"/>
          <p:nvPr/>
        </p:nvSpPr>
        <p:spPr>
          <a:xfrm>
            <a:off x="3625855" y="2662904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R100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F74C568-7FE0-2A44-AF42-C7DB6BA6F17A}"/>
              </a:ext>
            </a:extLst>
          </p:cNvPr>
          <p:cNvSpPr txBox="1"/>
          <p:nvPr/>
        </p:nvSpPr>
        <p:spPr>
          <a:xfrm>
            <a:off x="1387024" y="4887165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BB6D19-2D24-D744-B432-F1B74BB966BA}"/>
              </a:ext>
            </a:extLst>
          </p:cNvPr>
          <p:cNvSpPr/>
          <p:nvPr/>
        </p:nvSpPr>
        <p:spPr>
          <a:xfrm>
            <a:off x="3375601" y="3610214"/>
            <a:ext cx="849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rgbClr val="333333"/>
                </a:solidFill>
                <a:latin typeface="Arial" panose="020B0604020202020204" pitchFamily="34" charset="0"/>
              </a:rPr>
              <a:t>RXEF025</a:t>
            </a:r>
            <a:endParaRPr lang="en-GB" sz="120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B15CCD3-FB54-0248-ACBC-D8CD1142C5D1}"/>
              </a:ext>
            </a:extLst>
          </p:cNvPr>
          <p:cNvSpPr txBox="1"/>
          <p:nvPr/>
        </p:nvSpPr>
        <p:spPr>
          <a:xfrm>
            <a:off x="1426255" y="557239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SB120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85CA4E4-A80F-2041-BBAE-2CCB1CC61CCB}"/>
              </a:ext>
            </a:extLst>
          </p:cNvPr>
          <p:cNvCxnSpPr>
            <a:cxnSpLocks/>
          </p:cNvCxnSpPr>
          <p:nvPr/>
        </p:nvCxnSpPr>
        <p:spPr>
          <a:xfrm>
            <a:off x="2886635" y="2420471"/>
            <a:ext cx="26289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13C1AC0E-BE29-2843-8C5D-09056871C34B}"/>
              </a:ext>
            </a:extLst>
          </p:cNvPr>
          <p:cNvSpPr txBox="1"/>
          <p:nvPr/>
        </p:nvSpPr>
        <p:spPr>
          <a:xfrm>
            <a:off x="7979172" y="29613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860781C-6A0A-D34E-A3F9-DFB3DD973E3B}"/>
              </a:ext>
            </a:extLst>
          </p:cNvPr>
          <p:cNvSpPr txBox="1"/>
          <p:nvPr/>
        </p:nvSpPr>
        <p:spPr>
          <a:xfrm>
            <a:off x="7856012" y="2355127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GND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51D3415-A1A3-1543-8624-663AE772244D}"/>
              </a:ext>
            </a:extLst>
          </p:cNvPr>
          <p:cNvSpPr txBox="1"/>
          <p:nvPr/>
        </p:nvSpPr>
        <p:spPr>
          <a:xfrm>
            <a:off x="968024" y="1758227"/>
            <a:ext cx="692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Twisted wire (RED &amp; BLUE) about 50cm long – single or multi-core, flexible preferred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D02E36A-F209-B44D-BB0F-9163BDFB7C3A}"/>
              </a:ext>
            </a:extLst>
          </p:cNvPr>
          <p:cNvSpPr txBox="1"/>
          <p:nvPr/>
        </p:nvSpPr>
        <p:spPr>
          <a:xfrm>
            <a:off x="5432672" y="3223222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E253A3B-15CB-B249-8CFA-58B0197BBB0C}"/>
              </a:ext>
            </a:extLst>
          </p:cNvPr>
          <p:cNvSpPr txBox="1"/>
          <p:nvPr/>
        </p:nvSpPr>
        <p:spPr>
          <a:xfrm>
            <a:off x="5387788" y="216938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36146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32953</TotalTime>
  <Words>2285</Words>
  <Application>Microsoft Macintosh PowerPoint</Application>
  <PresentationFormat>Widescreen</PresentationFormat>
  <Paragraphs>604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Verdana</vt:lpstr>
      <vt:lpstr>Office Theme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Cheung, Peter Y</dc:creator>
  <cp:lastModifiedBy>Cheung, Peter Y</cp:lastModifiedBy>
  <cp:revision>75</cp:revision>
  <dcterms:created xsi:type="dcterms:W3CDTF">2017-05-24T08:49:21Z</dcterms:created>
  <dcterms:modified xsi:type="dcterms:W3CDTF">2023-10-17T10:29:54Z</dcterms:modified>
</cp:coreProperties>
</file>